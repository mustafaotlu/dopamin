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743f47eab84822" /><Relationship Type="http://schemas.openxmlformats.org/officeDocument/2006/relationships/extended-properties" Target="/docProps/app.xml" Id="R77784c5cdf2e45f7" /><Relationship Type="http://schemas.openxmlformats.org/officeDocument/2006/relationships/officeDocument" Target="/ppt/presentation.xml" Id="R9d16883ee17544af" /></Relationships>
</file>

<file path=ppt/presentation.xml><?xml version="1.0" encoding="utf-8"?>
<p:presentation xmlns:p="http://schemas.openxmlformats.org/presentationml/2006/main">
  <p:sldMasterIdLst>
    <p:sldMasterId xmlns:r="http://schemas.openxmlformats.org/officeDocument/2006/relationships" id="2147483648" r:id="R24f2a09a54cc4778"/>
  </p:sldMasterIdLst>
  <p:notesMasterIdLst>
    <p:notesMasterId xmlns:r="http://schemas.openxmlformats.org/officeDocument/2006/relationships" r:id="R15d808182431457e"/>
  </p:notesMasterIdLst>
  <p:sldIdLst>
    <p:sldId xmlns:r="http://schemas.openxmlformats.org/officeDocument/2006/relationships" id="256" r:id="R3a5895654a804239"/>
    <p:sldId xmlns:r="http://schemas.openxmlformats.org/officeDocument/2006/relationships" id="257" r:id="R282f580930d142e0"/>
    <p:sldId xmlns:r="http://schemas.openxmlformats.org/officeDocument/2006/relationships" id="258" r:id="Re0992bd5cc70466c"/>
    <p:sldId xmlns:r="http://schemas.openxmlformats.org/officeDocument/2006/relationships" id="259" r:id="Ra385b418e9c441a7"/>
    <p:sldId xmlns:r="http://schemas.openxmlformats.org/officeDocument/2006/relationships" id="260" r:id="R76a4db1d65b9484b"/>
    <p:sldId xmlns:r="http://schemas.openxmlformats.org/officeDocument/2006/relationships" id="261" r:id="R3eec527d63cf4019"/>
    <p:sldId xmlns:r="http://schemas.openxmlformats.org/officeDocument/2006/relationships" id="262" r:id="R16c93cf9e6164930"/>
    <p:sldId xmlns:r="http://schemas.openxmlformats.org/officeDocument/2006/relationships" id="263" r:id="Rc53490122e6b4ab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8c4851f3693423f" /><Relationship Type="http://schemas.openxmlformats.org/officeDocument/2006/relationships/slideMaster" Target="/ppt/slideMasters/slideMaster1.xml" Id="R24f2a09a54cc4778" /><Relationship Type="http://schemas.openxmlformats.org/officeDocument/2006/relationships/notesMaster" Target="/ppt/notesMasters/notesMaster1.xml" Id="R15d808182431457e" /><Relationship Type="http://schemas.openxmlformats.org/officeDocument/2006/relationships/presProps" Target="/ppt/presProps.xml" Id="R762206355aec4a16" /><Relationship Type="http://schemas.openxmlformats.org/officeDocument/2006/relationships/tableStyles" Target="/ppt/tableStyles.xml" Id="R38bcbfdc7a784791" /><Relationship Type="http://schemas.openxmlformats.org/officeDocument/2006/relationships/slide" Target="/ppt/slides/slide1.xml" Id="R3a5895654a804239" /><Relationship Type="http://schemas.openxmlformats.org/officeDocument/2006/relationships/slide" Target="/ppt/slides/slide2.xml" Id="R282f580930d142e0" /><Relationship Type="http://schemas.openxmlformats.org/officeDocument/2006/relationships/slide" Target="/ppt/slides/slide3.xml" Id="Re0992bd5cc70466c" /><Relationship Type="http://schemas.openxmlformats.org/officeDocument/2006/relationships/slide" Target="/ppt/slides/slide4.xml" Id="Ra385b418e9c441a7" /><Relationship Type="http://schemas.openxmlformats.org/officeDocument/2006/relationships/slide" Target="/ppt/slides/slide5.xml" Id="R76a4db1d65b9484b" /><Relationship Type="http://schemas.openxmlformats.org/officeDocument/2006/relationships/slide" Target="/ppt/slides/slide6.xml" Id="R3eec527d63cf4019" /><Relationship Type="http://schemas.openxmlformats.org/officeDocument/2006/relationships/slide" Target="/ppt/slides/slide7.xml" Id="R16c93cf9e6164930" /><Relationship Type="http://schemas.openxmlformats.org/officeDocument/2006/relationships/slide" Target="/ppt/slides/slide8.xml" Id="Rc53490122e6b4a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52caad455d43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809f96197b462a" /><Relationship Type="http://schemas.openxmlformats.org/officeDocument/2006/relationships/notesMaster" Target="/ppt/notesMasters/notesMaster1.xml" Id="Rbd12d342f64742e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8958d67802445f2" /><Relationship Type="http://schemas.openxmlformats.org/officeDocument/2006/relationships/notesMaster" Target="/ppt/notesMasters/notesMaster1.xml" Id="R3748e6dd28c74d9b"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1b3e619e9c481d" /><Relationship Type="http://schemas.openxmlformats.org/officeDocument/2006/relationships/notesMaster" Target="/ppt/notesMasters/notesMaster1.xml" Id="R3850bd1d8b8b4b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68086d35714714" /><Relationship Type="http://schemas.openxmlformats.org/officeDocument/2006/relationships/notesMaster" Target="/ppt/notesMasters/notesMaster1.xml" Id="R9cd77d2b693348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486c44489045ad" /><Relationship Type="http://schemas.openxmlformats.org/officeDocument/2006/relationships/notesMaster" Target="/ppt/notesMasters/notesMaster1.xml" Id="R6ffb48b9e5984f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0732cf762e45a7" /><Relationship Type="http://schemas.openxmlformats.org/officeDocument/2006/relationships/notesMaster" Target="/ppt/notesMasters/notesMaster1.xml" Id="Reb7ef0a836384bc7" /></Relationships>
</file>

<file path=ppt/notesSlides/_rels/notesSlide7.xml.rels>&#65279;<?xml version="1.0" encoding="utf-8"?><Relationships xmlns="http://schemas.openxmlformats.org/package/2006/relationships"><Relationship Type="http://schemas.openxmlformats.org/officeDocument/2006/relationships/slide" Target="/ppt/slides/slide7.xml" Id="R8338ac79433643f1" /><Relationship Type="http://schemas.openxmlformats.org/officeDocument/2006/relationships/notesMaster" Target="/ppt/notesMasters/notesMaster1.xml" Id="Ra0b3bfe2958442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aafdcf26a64336" /><Relationship Type="http://schemas.openxmlformats.org/officeDocument/2006/relationships/notesMaster" Target="/ppt/notesMasters/notesMaster1.xml" Id="R52347608a2bf41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0:00–0:30</a:t>
            </a:r>
          </a:p>
          <a:p xmlns:a="http://schemas.openxmlformats.org/drawingml/2006/main">
            <a:r>
              <a:t/>
            </a:r>
          </a:p>
          <a:p xmlns:a="http://schemas.openxmlformats.org/drawingml/2006/main">
            <a:r>
              <a:t>Projemize bir uygulama fikriyle başlamadan önce öğretmenlerimizi dinlemek istedik. Onlara çok açık bir soru sorduk: Öğretmenlikte işinizi zorlaştıran ne var? Soruyu herhangi bir alanla sınırlamadık. Günlük ders deneyimlerinde hangi sorunlarla karşılaştıklarını kendi sözleriyle anlatmalarını istedik. Şimdi paylaşacağımız dört yanıt, Dopamin’de hangi ihtiyaca odaklanacağımızı belirlememize yardımcı oldu.</a:t>
            </a:r>
          </a:p>
          <a:p xmlns:a="http://schemas.openxmlformats.org/drawingml/2006/main">
            <a:r>
              <a:t/>
            </a:r>
          </a:p>
          <a:p xmlns:a="http://schemas.openxmlformats.org/drawingml/2006/main">
            <a:r>
              <a:t>Kaynak: Kullanıcının paylaştığı öğretmen görüşmeleri. Görsel: uygulamanın mobil öğrenme ekranı, .data/previews/dopamin-mobile.png.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0:30–1:30</a:t>
            </a:r>
          </a:p>
          <a:p xmlns:a="http://schemas.openxmlformats.org/drawingml/2006/main">
            <a:r>
              <a:t/>
            </a:r>
          </a:p>
          <a:p xmlns:a="http://schemas.openxmlformats.org/drawingml/2006/main">
            <a:r>
              <a:t>Birinci öğretmenimiz kalabalık sınıfları, değişen eğitim sistemini, evrak ve sınav yükünü anlattı. Özellikle ekranlara alışan öğrencilerin ilgisini derse çekmenin zorlaştığını belirtti. İkinci öğretmenimiz, öğretmenlerin de kendilerini yenilemesi ve daha uygulamalı içerikler kullanması gerektiğini söyledi. Üçüncü öğretmenimiz, öğrencilerin hazırlıksız geldiğini ve sınavdan sınava çalıştığını vurguladı. Dördüncü öğretmenimiz ise merakın azalmasına, öğrencinin hemen sonuç beklemesine ve düzenli çalışmanın sürdürülememesine dikkat çekti. Bunlar geniş bir araştırmanın sonucu değil, dört öğretmenden aldığımız başlangıç görüşleri. Yanıtları kısaltıp isimleri gizledik. Biz de bu farklı sorunlar içinde öğrenme isteği ve düzenli çalışma ihtiyacına odaklandık.</a:t>
            </a:r>
          </a:p>
          <a:p xmlns:a="http://schemas.openxmlformats.org/drawingml/2006/main">
            <a:r>
              <a:t/>
            </a:r>
          </a:p>
          <a:p xmlns:a="http://schemas.openxmlformats.org/drawingml/2006/main">
            <a:r>
              <a:t>Kaynak: Kullanıcının sağladığı dört öğretmen yanıtının anonim özeti. Bazı mesajların tarihi 8 Ekim 2026. Odağa ilişkin sonuç proje ekibinin yorumudur.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1:30–2:15</a:t>
            </a:r>
          </a:p>
          <a:p xmlns:a="http://schemas.openxmlformats.org/drawingml/2006/main">
            <a:r>
              <a:t/>
            </a:r>
          </a:p>
          <a:p xmlns:a="http://schemas.openxmlformats.org/drawingml/2006/main">
            <a:r>
              <a:t>Dopamin, üniversite öğrencilerinin kendi derslerini küçük ve etkileşimli çalışmalarla pekiştirmesi için geliştirdiğimiz platform. Ekranda öğrencinin öğrenme yolunu görüyorsunuz. Öğrenci bir ders seçiyor ve o dersin haftalarına, konularına göre ilerliyor. Dersten önce hazırlık yapabiliyor, sonrasında tekrar çalışmasına geçebiliyor. Amacımız büyük bir çalışma yükünü tek seferde vermek yerine öğrencinin tekrar dönebileceği anlaşılır adımlar sunmak. Öğretmenin ders içeriğiyle öğrencinin günlük çalışmasını aynı uygulamada buluşturuyoruz. Uygulama web üzerinden kullanılıyor ve mobil ekranlara da uyum sağlıyor.</a:t>
            </a:r>
          </a:p>
          <a:p xmlns:a="http://schemas.openxmlformats.org/drawingml/2006/main">
            <a:r>
              <a:t/>
            </a:r>
          </a:p>
          <a:p xmlns:a="http://schemas.openxmlformats.org/drawingml/2006/main">
            <a:r>
              <a:t>Kaynak: Kullanıcının proje özeti ve docs/dopamin.md. Görsel: .data/previews/dopamin-desktop.png, uygulamanın demo hesabı.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2:15–3:15</a:t>
            </a:r>
          </a:p>
          <a:p xmlns:a="http://schemas.openxmlformats.org/drawingml/2006/main">
            <a:r>
              <a:t/>
            </a:r>
          </a:p>
          <a:p xmlns:a="http://schemas.openxmlformats.org/drawingml/2006/main">
            <a:r>
              <a:t>Öğretmen tarafında başlangıç noktası dersin kendi kaynağı. Öğretmen müfredat PDF’sini yüklüyor. Gemini metni okuyarak konu ve öğrenme kazanımlarını oluşturuyor, sistem bunları doğrudan derse ekliyor. Öğretmenin uzun bir doğrulama formunu tek tek doldurması gerekmiyor. Burada gerçek bir denemenin ekranını görüyorsunuz: kırk sayfalık iş sağlığı ve güvenliği PDF’sinden beş konu ve on dokuz kazanım oluştu. Ardından bu kazanımlara uygun etkinlik üretilebiliyor. Kaynak alıntılarını uygulama kontrol ediyor. Sorular varsayılan olarak öğretmenin incelemesine geliyor, öğretmen yayımlıyor. Yapay zekânın her çıktısının akademik olarak doğru olduğunu varsaymıyoruz. Belgede tarih yoksa uygulama geçici bir takvim oluşturuyor ve öğretmen bunu değiştirebiliyor.</a:t>
            </a:r>
          </a:p>
          <a:p xmlns:a="http://schemas.openxmlformats.org/drawingml/2006/main">
            <a:r>
              <a:t/>
            </a:r>
          </a:p>
          <a:p xmlns:a="http://schemas.openxmlformats.org/drawingml/2006/main">
            <a:r>
              <a:t>Kaynak: 10 Ekim 2026 gerçek Gemini denemesi, docs/gemini-quality-review.md. Görsel: .data/previews/isg-auto-curriculum.jpg, kaynak alanı kırpıldı.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3:15–4:05</a:t>
            </a:r>
          </a:p>
          <a:p xmlns:a="http://schemas.openxmlformats.org/drawingml/2006/main">
            <a:r>
              <a:t/>
            </a:r>
          </a:p>
          <a:p xmlns:a="http://schemas.openxmlformats.org/drawingml/2006/main">
            <a:r>
              <a:t>Öğrenci yalnızca bir metni okumuyor, cevabı oluşturmak için işlem yapıyor. Buradaki örnekte değişken, döngü ve koşul kavramlarını açıklamalarıyla eşleştiriyor. Uygulamada sıralama, boşluk doldurma ve kategorilere ayırma gibi farklı etkinlikler de var. Toplam altı etkinlik türünü destekliyoruz. Gemini şu anda beş metin tabanlı türü üretiyor, görsel bölge etkinliğini öğretmen hazırlayabiliyor. Öğrenci cevabından sonra geri bildirim alıyor. Yanlışları daha sonra çalışmak için saklanıyor. Günlük plan da öğrencinin eksiklerini ve tekrar ihtiyacını dikkate alıyor. Böylece aynı konuya yeniden dönmek, öğrenme akışının doğal bir parçası oluyor.</a:t>
            </a:r>
          </a:p>
          <a:p xmlns:a="http://schemas.openxmlformats.org/drawingml/2006/main">
            <a:r>
              <a:t/>
            </a:r>
          </a:p>
          <a:p xmlns:a="http://schemas.openxmlformats.org/drawingml/2006/main">
            <a:r>
              <a:t>Kaynak: Proje özeti, src/modules/ai/contracts.ts ve docs/dopamin.md. Görsel: .data/previews/refinements-matching-desktop.png.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4:05–4:50</a:t>
            </a:r>
          </a:p>
          <a:p xmlns:a="http://schemas.openxmlformats.org/drawingml/2006/main">
            <a:r>
              <a:t/>
            </a:r>
          </a:p>
          <a:p xmlns:a="http://schemas.openxmlformats.org/drawingml/2006/main">
            <a:r>
              <a:t>Öğretmenlerimizin anlattığı devamlılık sorununa karşı uygulamada görünür ilerleme kullanıyoruz. Öğrenci günlük hedefini tamamladığında seri ve deneyim puanı kazanabiliyor. Seviyeler ve kişiselleştirme seçenekleri, yaptığı çalışmanın uygulamada karşılığını görmesini sağlıyor. Ekranda arkadaşlarla oynanabilen maç bölümünü görüyorsunuz. Klasik modda farklı zamanlarda, seri modda aynı anda yarışılabiliyor. Haftalık lig de isteyen öğrenciler için bir başka seçenek. Bunları öğrenciyi çalışmaya geri çağıran araçlar olarak tasarladık. Daha yüksek puan kazanmanın akademik başarıyı kanıtladığını söylemiyoruz. Ders kazanımlarındaki ilerlemeyi ayrıca takip ediyoruz.</a:t>
            </a:r>
          </a:p>
          <a:p xmlns:a="http://schemas.openxmlformats.org/drawingml/2006/main">
            <a:r>
              <a:t/>
            </a:r>
          </a:p>
          <a:p xmlns:a="http://schemas.openxmlformats.org/drawingml/2006/main">
            <a:r>
              <a:t>Kaynak: docs/dopamin.md ve kullanıcı proje özeti. Görsel: .data/previews/refinements-match.png. Öğrenme etkisine ilişkin ölçülmüş sonuç iddiası yoktur.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4:50–5:40</a:t>
            </a:r>
          </a:p>
          <a:p xmlns:a="http://schemas.openxmlformats.org/drawingml/2006/main">
            <a:r>
              <a:t/>
            </a:r>
          </a:p>
          <a:p xmlns:a="http://schemas.openxmlformats.org/drawingml/2006/main">
            <a:r>
              <a:t>Dopamin’in diğer tarafında öğretmenin çalışma alanı var. Öğretmen ders açabiliyor, öğrencileri sınıf koduyla derse alabiliyor ve içeriklerini yönetebiliyor. Çalışma masasında bekleyen değerlendirmeler, içerik incelemeleri ve öğrenci destek talepleri bir araya geliyor. Dersin analiz bölümünde öğrencilerin hangi kazanımlarda zorlandığını görebiliyor. Ödevlere not ve geri bildirim verebiliyor, not defterinden teslim durumlarını izleyebiliyor. Öğrenci de zorlandığı bir kazanım için destek isteyebiliyor. Buradaki hedefimiz, öğretmenin öğrencinin ihtiyacını daha kolay görmesine yardımcı olmak. Görüşmelerde geçen kalabalık sınıf ve sistem değişikliği gibi her sorunu çözdüğümüzü iddia etmiyoruz.</a:t>
            </a:r>
          </a:p>
          <a:p xmlns:a="http://schemas.openxmlformats.org/drawingml/2006/main">
            <a:r>
              <a:t/>
            </a:r>
          </a:p>
          <a:p xmlns:a="http://schemas.openxmlformats.org/drawingml/2006/main">
            <a:r>
              <a:t>Kaynak: Kullanıcı proje özeti ve src/components/teacher-workspace.tsx. Görsel: .data/previews/teacher-desk-light.png, üst çalışma alanı kırpıldı. Ekrandaki hesaplar demo hesaplarıdır.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Süre: 5:40–6:20</a:t>
            </a:r>
          </a:p>
          <a:p xmlns:a="http://schemas.openxmlformats.org/drawingml/2006/main">
            <a:r>
              <a:t/>
            </a:r>
          </a:p>
          <a:p xmlns:a="http://schemas.openxmlformats.org/drawingml/2006/main">
            <a:r>
              <a:t>Bugün çalışan bir prototipi gösterebiliyoruz. Öğretmenin PDF’sinden içerik oluşuyor, öğrenci etkileşimli çalışmalara katılıyor ve öğretmen süreci takip edebiliyor. Sıradaki adımımız bunu bir sınıf pilotuyla değerlendirmek. Öğrenciler düzenli geliyor mu, derse daha hazırlıklı katılıyor mu ve kazanımlardaki ilerlemeleri nasıl değişiyor? Bunları gözlemlemek ve öğretmenlerden geri bildirim almak istiyoruz. Henüz motivasyonu veya başarıyı artırdığımızı ölçmüş değiliz. Dopamin’le hedefimiz, öğrencinin öğrenmeye tekrar dönebilmesini ve çalışmayı günlük bir alışkanlığa dönüştürmesini desteklemek. Dinlediğiniz için teşekkür ederiz.</a:t>
            </a:r>
          </a:p>
          <a:p xmlns:a="http://schemas.openxmlformats.org/drawingml/2006/main">
            <a:r>
              <a:t/>
            </a:r>
          </a:p>
          <a:p xmlns:a="http://schemas.openxmlformats.org/drawingml/2006/main">
            <a:r>
              <a:t>Kaynak: Proje ekibinin hedefi ve önerilen sonraki adım. Pilot uygulama veya öğrenme etkisi sonucu iddia edilmez. Penguen: .data/previews/refinements-profile.png içindeki uygulama maskotu.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145ffbd98941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df0a1068664d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c4f73ee96d429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ad1344f72694b7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32f6cae0ac454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1c3a7f890ef47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9FB8B7-85E6-4D93-AA81-AD6BEACB579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49C8AF2-9AD8-44B0-8124-7344A5CB5D0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E31BAA8-B54F-4C5C-97A3-2CCB37EE1E0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3D0C611-23CD-4773-AC70-8AAE10865E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F317F8-BFA0-461B-99F7-3E53319AE3A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DF5C76-27CA-45EF-B20F-D05DFF26E7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4F0ED2D-70CA-4326-900B-B3AF187FF7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DBEFAF3-B5C0-4699-8D2D-1C3F3D0C773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87CE804-B58B-4959-ADDF-23126ACD82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D0618F-C65B-4800-8DFC-54D67BA1112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c63503b9c6431a" /><Relationship Type="http://schemas.openxmlformats.org/officeDocument/2006/relationships/slideLayout" Target="/ppt/slideLayouts/slideLayout1.xml" Id="Rf3d00c73cd0441e8" /><Relationship Type="http://schemas.openxmlformats.org/officeDocument/2006/relationships/slideLayout" Target="/ppt/slideLayouts/slideLayout2.xml" Id="R4f17c5b89d8845bf" /><Relationship Type="http://schemas.openxmlformats.org/officeDocument/2006/relationships/slideLayout" Target="/ppt/slideLayouts/slideLayout3.xml" Id="R0626777afb234a30" /><Relationship Type="http://schemas.openxmlformats.org/officeDocument/2006/relationships/slideLayout" Target="/ppt/slideLayouts/slideLayout4.xml" Id="R4c9d8e625c7d497d" /><Relationship Type="http://schemas.openxmlformats.org/officeDocument/2006/relationships/slideLayout" Target="/ppt/slideLayouts/slideLayout5.xml" Id="R3c330996e0c349ae" /><Relationship Type="http://schemas.openxmlformats.org/officeDocument/2006/relationships/slideLayout" Target="/ppt/slideLayouts/slideLayout6.xml" Id="R57480d4922214af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3d00c73cd0441e8"/>
    <p:sldLayoutId xmlns:r="http://schemas.openxmlformats.org/officeDocument/2006/relationships" id="2147483650" r:id="R4f17c5b89d8845bf"/>
    <p:sldLayoutId xmlns:r="http://schemas.openxmlformats.org/officeDocument/2006/relationships" id="2147483651" r:id="R0626777afb234a30"/>
    <p:sldLayoutId xmlns:r="http://schemas.openxmlformats.org/officeDocument/2006/relationships" id="2147483652" r:id="R4c9d8e625c7d497d"/>
    <p:sldLayoutId xmlns:r="http://schemas.openxmlformats.org/officeDocument/2006/relationships" id="2147483653" r:id="R3c330996e0c349ae"/>
    <p:sldLayoutId xmlns:r="http://schemas.openxmlformats.org/officeDocument/2006/relationships" id="2147483654" r:id="R57480d4922214af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ae0db0b5584ca7" /><Relationship Type="http://schemas.openxmlformats.org/officeDocument/2006/relationships/image" Target="/ppt/media/image.png" Id="Re0a8ac99aee24d76" /><Relationship Type="http://schemas.openxmlformats.org/officeDocument/2006/relationships/notesSlide" Target="/ppt/notesSlides/notesSlide1.xml" Id="R9d4b85a6080241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4101ec2f7d2479e" /><Relationship Type="http://schemas.openxmlformats.org/officeDocument/2006/relationships/notesSlide" Target="/ppt/notesSlides/notesSlide2.xml" Id="Rfd861de5db6b41e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92843e9281a4eaa" /><Relationship Type="http://schemas.openxmlformats.org/officeDocument/2006/relationships/image" Target="/ppt/media/image2.png" Id="R2e74b60ed2944b55" /><Relationship Type="http://schemas.openxmlformats.org/officeDocument/2006/relationships/notesSlide" Target="/ppt/notesSlides/notesSlide3.xml" Id="R1684cf5475ba44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ba36d7be4ad4c01" /><Relationship Type="http://schemas.openxmlformats.org/officeDocument/2006/relationships/image" Target="/ppt/media/image3.png" Id="R654f2c379d5a469b" /><Relationship Type="http://schemas.openxmlformats.org/officeDocument/2006/relationships/notesSlide" Target="/ppt/notesSlides/notesSlide4.xml" Id="R59149e3127ca486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a9d561086da40fd" /><Relationship Type="http://schemas.openxmlformats.org/officeDocument/2006/relationships/image" Target="/ppt/media/image4.png" Id="R103edecc7edd4182" /><Relationship Type="http://schemas.openxmlformats.org/officeDocument/2006/relationships/notesSlide" Target="/ppt/notesSlides/notesSlide5.xml" Id="R06e9b12e66c746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25902fb5104060" /><Relationship Type="http://schemas.openxmlformats.org/officeDocument/2006/relationships/image" Target="/ppt/media/image5.png" Id="R248fbfa331bb4cb3" /><Relationship Type="http://schemas.openxmlformats.org/officeDocument/2006/relationships/notesSlide" Target="/ppt/notesSlides/notesSlide6.xml" Id="R4f462b2c95cb4d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344bee59aed4e5b" /><Relationship Type="http://schemas.openxmlformats.org/officeDocument/2006/relationships/image" Target="/ppt/media/image6.png" Id="R9abce88a8f4f4100" /><Relationship Type="http://schemas.openxmlformats.org/officeDocument/2006/relationships/notesSlide" Target="/ppt/notesSlides/notesSlide7.xml" Id="R6f6ff4acefd444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19f8db284344909" /><Relationship Type="http://schemas.openxmlformats.org/officeDocument/2006/relationships/image" Target="/ppt/media/image7.png" Id="R5d8e1d2f3a8e47f8" /><Relationship Type="http://schemas.openxmlformats.org/officeDocument/2006/relationships/notesSlide" Target="/ppt/notesSlides/notesSlide8.xml" Id="R603c151c8ea4471c" /></Relationships>
</file>

<file path=ppt/slides/slide1.xml><?xml version="1.0" encoding="utf-8"?>
<p:sld xmlns:p="http://schemas.openxmlformats.org/presentationml/2006/main">
  <p:cSld>
    <p:bg>
      <p:bgPr>
        <a:solidFill xmlns:a="http://schemas.openxmlformats.org/drawingml/2006/main">
          <a:srgbClr val="10233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5DD7107-69C6-4FAA-88DA-B0CD8ADA0652}"/>
              </a:ext>
            </a:extLst>
          </p:cNvPr>
          <p:cNvSpPr>
            <a:spLocks xmlns:a="http://schemas.openxmlformats.org/drawingml/2006/main" noGrp="1"/>
          </p:cNvSpPr>
          <p:nvPr/>
        </p:nvSpPr>
        <p:spPr>
          <a:xfrm xmlns:a="http://schemas.openxmlformats.org/drawingml/2006/main">
            <a:off x="11239500"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7CDD4"/>
                </a:solidFill>
                <a:latin typeface="Arial"/>
                <a:ea typeface="Arial"/>
                <a:cs typeface="Arial"/>
              </a:defRPr>
            </a:defPPr>
          </a:lstStyle>
          <a:p xmlns:a="http://schemas.openxmlformats.org/drawingml/2006/main">
            <a:pPr>
              <a:defRPr sz="1350" b="0">
                <a:solidFill>
                  <a:srgbClr val="B7CDD4"/>
                </a:solidFill>
                <a:latin typeface="Arial"/>
                <a:ea typeface="Arial"/>
                <a:cs typeface="Arial"/>
              </a:defRPr>
            </a:pPr>
            <a:r>
              <a:rPr sz="1350" b="0">
                <a:solidFill>
                  <a:srgbClr val="B7CDD4"/>
                </a:solidFill>
                <a:latin typeface="Arial"/>
                <a:ea typeface="Arial"/>
                <a:cs typeface="Arial"/>
              </a:rPr>
              <a:t>01</a:t>
            </a:r>
          </a:p>
        </p:txBody>
      </p:sp>
      <p:sp>
        <p:nvSpPr>
          <p:cNvPr id="2" name="">
            <a:extLst xmlns:a="http://schemas.openxmlformats.org/drawingml/2006/main">
              <a:ext uri="{FF2B5EF4-FFF2-40B4-BE49-F238E27FC236}">
                <a16:creationId xmlns:a16="http://schemas.microsoft.com/office/drawing/2014/main" id="{626A3592-6A51-46D1-81A7-85D6EED9DC0C}"/>
              </a:ext>
            </a:extLst>
          </p:cNvPr>
          <p:cNvSpPr>
            <a:spLocks xmlns:a="http://schemas.openxmlformats.org/drawingml/2006/main" noGrp="1"/>
          </p:cNvSpPr>
          <p:nvPr/>
        </p:nvSpPr>
        <p:spPr>
          <a:xfrm xmlns:a="http://schemas.openxmlformats.org/drawingml/2006/main">
            <a:off x="609600" y="552450"/>
            <a:ext cx="5715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52D7E8"/>
                </a:solidFill>
                <a:latin typeface="Arial"/>
                <a:ea typeface="Arial"/>
                <a:cs typeface="Arial"/>
              </a:defRPr>
            </a:defPPr>
          </a:lstStyle>
          <a:p xmlns:a="http://schemas.openxmlformats.org/drawingml/2006/main">
            <a:pPr>
              <a:defRPr sz="4800" b="1">
                <a:solidFill>
                  <a:srgbClr val="52D7E8"/>
                </a:solidFill>
                <a:latin typeface="Arial"/>
                <a:ea typeface="Arial"/>
                <a:cs typeface="Arial"/>
              </a:defRPr>
            </a:pPr>
            <a:r>
              <a:rPr sz="4800" b="1">
                <a:solidFill>
                  <a:srgbClr val="52D7E8"/>
                </a:solidFill>
                <a:latin typeface="Arial"/>
                <a:ea typeface="Arial"/>
                <a:cs typeface="Arial"/>
              </a:rPr>
              <a:t>dopamin.</a:t>
            </a:r>
          </a:p>
        </p:txBody>
      </p:sp>
      <p:sp>
        <p:nvSpPr>
          <p:cNvPr id="3" name="">
            <a:extLst xmlns:a="http://schemas.openxmlformats.org/drawingml/2006/main">
              <a:ext uri="{FF2B5EF4-FFF2-40B4-BE49-F238E27FC236}">
                <a16:creationId xmlns:a16="http://schemas.microsoft.com/office/drawing/2014/main" id="{66776625-16A3-46D5-AF62-D46E60EEB72E}"/>
              </a:ext>
            </a:extLst>
          </p:cNvPr>
          <p:cNvSpPr>
            <a:spLocks xmlns:a="http://schemas.openxmlformats.org/drawingml/2006/main" noGrp="1"/>
          </p:cNvSpPr>
          <p:nvPr/>
        </p:nvSpPr>
        <p:spPr>
          <a:xfrm xmlns:a="http://schemas.openxmlformats.org/drawingml/2006/main">
            <a:off x="609600" y="2000250"/>
            <a:ext cx="7810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F7F5EF"/>
                </a:solidFill>
                <a:latin typeface="Arial"/>
                <a:ea typeface="Arial"/>
                <a:cs typeface="Arial"/>
              </a:defRPr>
            </a:defPPr>
          </a:lstStyle>
          <a:p xmlns:a="http://schemas.openxmlformats.org/drawingml/2006/main">
            <a:pPr>
              <a:defRPr sz="4650" b="1">
                <a:solidFill>
                  <a:srgbClr val="F7F5EF"/>
                </a:solidFill>
                <a:latin typeface="Arial"/>
                <a:ea typeface="Arial"/>
                <a:cs typeface="Arial"/>
              </a:defRPr>
            </a:pPr>
            <a:r>
              <a:rPr sz="4650" b="1">
                <a:solidFill>
                  <a:srgbClr val="F7F5EF"/>
                </a:solidFill>
                <a:latin typeface="Arial"/>
                <a:ea typeface="Arial"/>
                <a:cs typeface="Arial"/>
              </a:rPr>
              <a:t>Öğretmenlikte işinizi</a:t>
            </a:r>
          </a:p>
          <a:p xmlns:a="http://schemas.openxmlformats.org/drawingml/2006/main">
            <a:pPr>
              <a:defRPr sz="4650" b="1">
                <a:solidFill>
                  <a:srgbClr val="F7F5EF"/>
                </a:solidFill>
                <a:latin typeface="Arial"/>
                <a:ea typeface="Arial"/>
                <a:cs typeface="Arial"/>
              </a:defRPr>
            </a:pPr>
            <a:r>
              <a:rPr sz="4650" b="1">
                <a:solidFill>
                  <a:srgbClr val="F7F5EF"/>
                </a:solidFill>
                <a:latin typeface="Arial"/>
                <a:ea typeface="Arial"/>
                <a:cs typeface="Arial"/>
              </a:rPr>
              <a:t>zorlaştıran ne var?</a:t>
            </a:r>
          </a:p>
        </p:txBody>
      </p:sp>
      <p:sp>
        <p:nvSpPr>
          <p:cNvPr id="4" name="">
            <a:extLst xmlns:a="http://schemas.openxmlformats.org/drawingml/2006/main">
              <a:ext uri="{FF2B5EF4-FFF2-40B4-BE49-F238E27FC236}">
                <a16:creationId xmlns:a16="http://schemas.microsoft.com/office/drawing/2014/main" id="{9CC79CBD-C8EF-4E58-BA1B-9889F0014221}"/>
              </a:ext>
            </a:extLst>
          </p:cNvPr>
          <p:cNvSpPr>
            <a:spLocks xmlns:a="http://schemas.openxmlformats.org/drawingml/2006/main" noGrp="1"/>
          </p:cNvSpPr>
          <p:nvPr/>
        </p:nvSpPr>
        <p:spPr>
          <a:xfrm xmlns:a="http://schemas.openxmlformats.org/drawingml/2006/main">
            <a:off x="638175" y="4476750"/>
            <a:ext cx="7334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7CDD4"/>
                </a:solidFill>
                <a:latin typeface="Arial"/>
                <a:ea typeface="Arial"/>
                <a:cs typeface="Arial"/>
              </a:defRPr>
            </a:defPPr>
          </a:lstStyle>
          <a:p xmlns:a="http://schemas.openxmlformats.org/drawingml/2006/main">
            <a:pPr>
              <a:defRPr sz="2175" b="0">
                <a:solidFill>
                  <a:srgbClr val="B7CDD4"/>
                </a:solidFill>
                <a:latin typeface="Arial"/>
                <a:ea typeface="Arial"/>
                <a:cs typeface="Arial"/>
              </a:defRPr>
            </a:pPr>
            <a:r>
              <a:rPr sz="2175" b="0">
                <a:solidFill>
                  <a:srgbClr val="B7CDD4"/>
                </a:solidFill>
                <a:latin typeface="Arial"/>
                <a:ea typeface="Arial"/>
                <a:cs typeface="Arial"/>
              </a:rPr>
              <a:t>Projeye öğretmenlerimizi dinleyerek başladık.</a:t>
            </a:r>
          </a:p>
        </p:txBody>
      </p:sp>
      <p:pic>
        <p:nvPicPr>
          <p:cNvPr id="5" name="">
            <a:extLst xmlns:a="http://schemas.openxmlformats.org/drawingml/2006/main">
              <a:ext uri="{FF2B5EF4-FFF2-40B4-BE49-F238E27FC236}">
                <a16:creationId xmlns:a16="http://schemas.microsoft.com/office/drawing/2014/main" id="{9C1E924C-F415-4366-B8AB-0A9C064A8622}"/>
              </a:ext>
            </a:extLst>
          </p:cNvPr>
          <p:cNvPicPr>
            <a:picLocks xmlns:a="http://schemas.openxmlformats.org/drawingml/2006/main" noChangeAspect="1"/>
          </p:cNvPicPr>
          <p:nvPr/>
        </p:nvPicPr>
        <p:blipFill>
          <a:blip xmlns:r="http://schemas.openxmlformats.org/officeDocument/2006/relationships" xmlns:a="http://schemas.openxmlformats.org/drawingml/2006/main" r:embed="Re0a8ac99aee24d76"/>
          <a:stretch xmlns:a="http://schemas.openxmlformats.org/drawingml/2006/main"/>
        </p:blipFill>
        <p:spPr>
          <a:xfrm xmlns:a="http://schemas.openxmlformats.org/drawingml/2006/main">
            <a:off x="9020175" y="888902"/>
            <a:ext cx="2400300" cy="5194495"/>
          </a:xfrm>
          <a:prstGeom xmlns:a="http://schemas.openxmlformats.org/drawingml/2006/main" prst="rect">
            <a:avLst/>
          </a:prstGeom>
        </p:spPr>
      </p:pic>
    </p:spTree>
    <p:extLst>
      <p:ext uri="{BB962C8B-B14F-4D97-AF65-F5344CB8AC3E}">
        <p14:creationId xmlns:p14="http://schemas.microsoft.com/office/powerpoint/2010/main" val="576973129"/>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27EA847-4A77-4D5E-974C-AC4DB659A86E}"/>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62D"/>
                </a:solidFill>
                <a:latin typeface="Arial"/>
                <a:ea typeface="Arial"/>
                <a:cs typeface="Arial"/>
              </a:defRPr>
            </a:defPPr>
          </a:lstStyle>
          <a:p xmlns:a="http://schemas.openxmlformats.org/drawingml/2006/main">
            <a:pPr>
              <a:defRPr sz="3450" b="1">
                <a:solidFill>
                  <a:srgbClr val="18362D"/>
                </a:solidFill>
                <a:latin typeface="Arial"/>
                <a:ea typeface="Arial"/>
                <a:cs typeface="Arial"/>
              </a:defRPr>
            </a:pPr>
            <a:r>
              <a:rPr sz="3450" b="1">
                <a:solidFill>
                  <a:srgbClr val="18362D"/>
                </a:solidFill>
                <a:latin typeface="Arial"/>
                <a:ea typeface="Arial"/>
                <a:cs typeface="Arial"/>
              </a:rPr>
              <a:t>Öğretmenlerden gelen yanıtlar</a:t>
            </a:r>
          </a:p>
        </p:txBody>
      </p:sp>
      <p:sp>
        <p:nvSpPr>
          <p:cNvPr id="2" name="">
            <a:extLst xmlns:a="http://schemas.openxmlformats.org/drawingml/2006/main">
              <a:ext uri="{FF2B5EF4-FFF2-40B4-BE49-F238E27FC236}">
                <a16:creationId xmlns:a16="http://schemas.microsoft.com/office/drawing/2014/main" id="{10ABAFEC-1B08-4647-9AE4-6C6A1CB0F941}"/>
              </a:ext>
            </a:extLst>
          </p:cNvPr>
          <p:cNvSpPr>
            <a:spLocks xmlns:a="http://schemas.openxmlformats.org/drawingml/2006/main" noGrp="1"/>
          </p:cNvSpPr>
          <p:nvPr/>
        </p:nvSpPr>
        <p:spPr>
          <a:xfrm xmlns:a="http://schemas.openxmlformats.org/drawingml/2006/main">
            <a:off x="11239500"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96C62"/>
                </a:solidFill>
                <a:latin typeface="Arial"/>
                <a:ea typeface="Arial"/>
                <a:cs typeface="Arial"/>
              </a:defRPr>
            </a:defPPr>
          </a:lstStyle>
          <a:p xmlns:a="http://schemas.openxmlformats.org/drawingml/2006/main">
            <a:pPr>
              <a:defRPr sz="1350" b="0">
                <a:solidFill>
                  <a:srgbClr val="596C62"/>
                </a:solidFill>
                <a:latin typeface="Arial"/>
                <a:ea typeface="Arial"/>
                <a:cs typeface="Arial"/>
              </a:defRPr>
            </a:pPr>
            <a:r>
              <a:rPr sz="1350" b="0">
                <a:solidFill>
                  <a:srgbClr val="596C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E95AAF3-5987-41D2-9212-E7C7225CDEF6}"/>
              </a:ext>
            </a:extLst>
          </p:cNvPr>
          <p:cNvSpPr>
            <a:spLocks xmlns:a="http://schemas.openxmlformats.org/drawingml/2006/main" noGrp="1"/>
          </p:cNvSpPr>
          <p:nvPr/>
        </p:nvSpPr>
        <p:spPr>
          <a:xfrm xmlns:a="http://schemas.openxmlformats.org/drawingml/2006/main">
            <a:off x="628650" y="1600200"/>
            <a:ext cx="1981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596C62"/>
                </a:solidFill>
                <a:latin typeface="Arial"/>
                <a:ea typeface="Arial"/>
                <a:cs typeface="Arial"/>
              </a:defRPr>
            </a:defPPr>
          </a:lstStyle>
          <a:p xmlns:a="http://schemas.openxmlformats.org/drawingml/2006/main">
            <a:pPr>
              <a:defRPr sz="1875" b="1">
                <a:solidFill>
                  <a:srgbClr val="596C62"/>
                </a:solidFill>
                <a:latin typeface="Arial"/>
                <a:ea typeface="Arial"/>
                <a:cs typeface="Arial"/>
              </a:defRPr>
            </a:pPr>
            <a:r>
              <a:rPr sz="1875" b="1">
                <a:solidFill>
                  <a:srgbClr val="596C62"/>
                </a:solidFill>
                <a:latin typeface="Arial"/>
                <a:ea typeface="Arial"/>
                <a:cs typeface="Arial"/>
              </a:rPr>
              <a:t>Öğretmen 1</a:t>
            </a:r>
          </a:p>
        </p:txBody>
      </p:sp>
      <p:sp>
        <p:nvSpPr>
          <p:cNvPr id="4" name="">
            <a:extLst xmlns:a="http://schemas.openxmlformats.org/drawingml/2006/main">
              <a:ext uri="{FF2B5EF4-FFF2-40B4-BE49-F238E27FC236}">
                <a16:creationId xmlns:a16="http://schemas.microsoft.com/office/drawing/2014/main" id="{31F3E8B8-9958-4EA2-BEFD-A7846A2D92DD}"/>
              </a:ext>
            </a:extLst>
          </p:cNvPr>
          <p:cNvSpPr>
            <a:spLocks xmlns:a="http://schemas.openxmlformats.org/drawingml/2006/main" noGrp="1"/>
          </p:cNvSpPr>
          <p:nvPr/>
        </p:nvSpPr>
        <p:spPr>
          <a:xfrm xmlns:a="http://schemas.openxmlformats.org/drawingml/2006/main">
            <a:off x="2905125" y="1543050"/>
            <a:ext cx="8572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62D"/>
                </a:solidFill>
                <a:latin typeface="Arial"/>
                <a:ea typeface="Arial"/>
                <a:cs typeface="Arial"/>
              </a:defRPr>
            </a:defPPr>
          </a:lstStyle>
          <a:p xmlns:a="http://schemas.openxmlformats.org/drawingml/2006/main">
            <a:pPr>
              <a:defRPr sz="2175" b="0">
                <a:solidFill>
                  <a:srgbClr val="18362D"/>
                </a:solidFill>
                <a:latin typeface="Arial"/>
                <a:ea typeface="Arial"/>
                <a:cs typeface="Arial"/>
              </a:defRPr>
            </a:pPr>
            <a:r>
              <a:rPr sz="2175" b="0">
                <a:solidFill>
                  <a:srgbClr val="18362D"/>
                </a:solidFill>
                <a:latin typeface="Arial"/>
                <a:ea typeface="Arial"/>
                <a:cs typeface="Arial"/>
              </a:rPr>
              <a:t>Kalabalık sınıflar, evrak ve sınav yükü.</a:t>
            </a:r>
          </a:p>
          <a:p xmlns:a="http://schemas.openxmlformats.org/drawingml/2006/main">
            <a:pPr>
              <a:defRPr sz="2175" b="0">
                <a:solidFill>
                  <a:srgbClr val="18362D"/>
                </a:solidFill>
                <a:latin typeface="Arial"/>
                <a:ea typeface="Arial"/>
                <a:cs typeface="Arial"/>
              </a:defRPr>
            </a:pPr>
            <a:r>
              <a:rPr sz="2175" b="0">
                <a:solidFill>
                  <a:srgbClr val="18362D"/>
                </a:solidFill>
                <a:latin typeface="Arial"/>
                <a:ea typeface="Arial"/>
                <a:cs typeface="Arial"/>
              </a:rPr>
              <a:t>Öğrencinin ilgisini derse çekmekte güçlük.</a:t>
            </a:r>
          </a:p>
        </p:txBody>
      </p:sp>
      <p:sp>
        <p:nvSpPr>
          <p:cNvPr id="5" name="">
            <a:extLst xmlns:a="http://schemas.openxmlformats.org/drawingml/2006/main">
              <a:ext uri="{FF2B5EF4-FFF2-40B4-BE49-F238E27FC236}">
                <a16:creationId xmlns:a16="http://schemas.microsoft.com/office/drawing/2014/main" id="{EEB28177-DC6F-496A-80D2-8F1DCEC37125}"/>
              </a:ext>
            </a:extLst>
          </p:cNvPr>
          <p:cNvSpPr>
            <a:spLocks xmlns:a="http://schemas.openxmlformats.org/drawingml/2006/main" noGrp="1"/>
          </p:cNvSpPr>
          <p:nvPr/>
        </p:nvSpPr>
        <p:spPr>
          <a:xfrm xmlns:a="http://schemas.openxmlformats.org/drawingml/2006/main">
            <a:off x="628650" y="2600325"/>
            <a:ext cx="1981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596C62"/>
                </a:solidFill>
                <a:latin typeface="Arial"/>
                <a:ea typeface="Arial"/>
                <a:cs typeface="Arial"/>
              </a:defRPr>
            </a:defPPr>
          </a:lstStyle>
          <a:p xmlns:a="http://schemas.openxmlformats.org/drawingml/2006/main">
            <a:pPr>
              <a:defRPr sz="1875" b="1">
                <a:solidFill>
                  <a:srgbClr val="596C62"/>
                </a:solidFill>
                <a:latin typeface="Arial"/>
                <a:ea typeface="Arial"/>
                <a:cs typeface="Arial"/>
              </a:defRPr>
            </a:pPr>
            <a:r>
              <a:rPr sz="1875" b="1">
                <a:solidFill>
                  <a:srgbClr val="596C62"/>
                </a:solidFill>
                <a:latin typeface="Arial"/>
                <a:ea typeface="Arial"/>
                <a:cs typeface="Arial"/>
              </a:rPr>
              <a:t>Öğretmen 2</a:t>
            </a:r>
          </a:p>
        </p:txBody>
      </p:sp>
      <p:sp>
        <p:nvSpPr>
          <p:cNvPr id="6" name="">
            <a:extLst xmlns:a="http://schemas.openxmlformats.org/drawingml/2006/main">
              <a:ext uri="{FF2B5EF4-FFF2-40B4-BE49-F238E27FC236}">
                <a16:creationId xmlns:a16="http://schemas.microsoft.com/office/drawing/2014/main" id="{F1B29603-9B2F-4BEB-889B-A640A1961E64}"/>
              </a:ext>
            </a:extLst>
          </p:cNvPr>
          <p:cNvSpPr>
            <a:spLocks xmlns:a="http://schemas.openxmlformats.org/drawingml/2006/main" noGrp="1"/>
          </p:cNvSpPr>
          <p:nvPr/>
        </p:nvSpPr>
        <p:spPr>
          <a:xfrm xmlns:a="http://schemas.openxmlformats.org/drawingml/2006/main">
            <a:off x="2905125" y="2543175"/>
            <a:ext cx="8572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62D"/>
                </a:solidFill>
                <a:latin typeface="Arial"/>
                <a:ea typeface="Arial"/>
                <a:cs typeface="Arial"/>
              </a:defRPr>
            </a:defPPr>
          </a:lstStyle>
          <a:p xmlns:a="http://schemas.openxmlformats.org/drawingml/2006/main">
            <a:pPr>
              <a:defRPr sz="2175" b="0">
                <a:solidFill>
                  <a:srgbClr val="18362D"/>
                </a:solidFill>
                <a:latin typeface="Arial"/>
                <a:ea typeface="Arial"/>
                <a:cs typeface="Arial"/>
              </a:defRPr>
            </a:pPr>
            <a:r>
              <a:rPr sz="2175" b="0">
                <a:solidFill>
                  <a:srgbClr val="18362D"/>
                </a:solidFill>
                <a:latin typeface="Arial"/>
                <a:ea typeface="Arial"/>
                <a:cs typeface="Arial"/>
              </a:rPr>
              <a:t>İçeriklerin yenilenmesi ve öğrenciyi</a:t>
            </a:r>
          </a:p>
          <a:p xmlns:a="http://schemas.openxmlformats.org/drawingml/2006/main">
            <a:pPr>
              <a:defRPr sz="2175" b="0">
                <a:solidFill>
                  <a:srgbClr val="18362D"/>
                </a:solidFill>
                <a:latin typeface="Arial"/>
                <a:ea typeface="Arial"/>
                <a:cs typeface="Arial"/>
              </a:defRPr>
            </a:pPr>
            <a:r>
              <a:rPr sz="2175" b="0">
                <a:solidFill>
                  <a:srgbClr val="18362D"/>
                </a:solidFill>
                <a:latin typeface="Arial"/>
                <a:ea typeface="Arial"/>
                <a:cs typeface="Arial"/>
              </a:rPr>
              <a:t>aktif kılan uygulamalı yöntemler ihtiyacı.</a:t>
            </a:r>
          </a:p>
        </p:txBody>
      </p:sp>
      <p:sp>
        <p:nvSpPr>
          <p:cNvPr id="7" name="">
            <a:extLst xmlns:a="http://schemas.openxmlformats.org/drawingml/2006/main">
              <a:ext uri="{FF2B5EF4-FFF2-40B4-BE49-F238E27FC236}">
                <a16:creationId xmlns:a16="http://schemas.microsoft.com/office/drawing/2014/main" id="{DB1480D2-221B-43C4-BC34-B1E5D382EDBF}"/>
              </a:ext>
            </a:extLst>
          </p:cNvPr>
          <p:cNvSpPr>
            <a:spLocks xmlns:a="http://schemas.openxmlformats.org/drawingml/2006/main" noGrp="1"/>
          </p:cNvSpPr>
          <p:nvPr/>
        </p:nvSpPr>
        <p:spPr>
          <a:xfrm xmlns:a="http://schemas.openxmlformats.org/drawingml/2006/main">
            <a:off x="628650" y="3600450"/>
            <a:ext cx="1981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596C62"/>
                </a:solidFill>
                <a:latin typeface="Arial"/>
                <a:ea typeface="Arial"/>
                <a:cs typeface="Arial"/>
              </a:defRPr>
            </a:defPPr>
          </a:lstStyle>
          <a:p xmlns:a="http://schemas.openxmlformats.org/drawingml/2006/main">
            <a:pPr>
              <a:defRPr sz="1875" b="1">
                <a:solidFill>
                  <a:srgbClr val="596C62"/>
                </a:solidFill>
                <a:latin typeface="Arial"/>
                <a:ea typeface="Arial"/>
                <a:cs typeface="Arial"/>
              </a:defRPr>
            </a:pPr>
            <a:r>
              <a:rPr sz="1875" b="1">
                <a:solidFill>
                  <a:srgbClr val="596C62"/>
                </a:solidFill>
                <a:latin typeface="Arial"/>
                <a:ea typeface="Arial"/>
                <a:cs typeface="Arial"/>
              </a:rPr>
              <a:t>Öğretmen 3</a:t>
            </a:r>
          </a:p>
        </p:txBody>
      </p:sp>
      <p:sp>
        <p:nvSpPr>
          <p:cNvPr id="8" name="">
            <a:extLst xmlns:a="http://schemas.openxmlformats.org/drawingml/2006/main">
              <a:ext uri="{FF2B5EF4-FFF2-40B4-BE49-F238E27FC236}">
                <a16:creationId xmlns:a16="http://schemas.microsoft.com/office/drawing/2014/main" id="{D3527306-66CD-4B2E-8AF6-5CF08AAC5D85}"/>
              </a:ext>
            </a:extLst>
          </p:cNvPr>
          <p:cNvSpPr>
            <a:spLocks xmlns:a="http://schemas.openxmlformats.org/drawingml/2006/main" noGrp="1"/>
          </p:cNvSpPr>
          <p:nvPr/>
        </p:nvSpPr>
        <p:spPr>
          <a:xfrm xmlns:a="http://schemas.openxmlformats.org/drawingml/2006/main">
            <a:off x="2905125" y="3543300"/>
            <a:ext cx="8572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62D"/>
                </a:solidFill>
                <a:latin typeface="Arial"/>
                <a:ea typeface="Arial"/>
                <a:cs typeface="Arial"/>
              </a:defRPr>
            </a:defPPr>
          </a:lstStyle>
          <a:p xmlns:a="http://schemas.openxmlformats.org/drawingml/2006/main">
            <a:pPr>
              <a:defRPr sz="2175" b="0">
                <a:solidFill>
                  <a:srgbClr val="18362D"/>
                </a:solidFill>
                <a:latin typeface="Arial"/>
                <a:ea typeface="Arial"/>
                <a:cs typeface="Arial"/>
              </a:defRPr>
            </a:pPr>
            <a:r>
              <a:rPr sz="2175" b="0">
                <a:solidFill>
                  <a:srgbClr val="18362D"/>
                </a:solidFill>
                <a:latin typeface="Arial"/>
                <a:ea typeface="Arial"/>
                <a:cs typeface="Arial"/>
              </a:rPr>
              <a:t>Derse hazırlıksız gelme ve</a:t>
            </a:r>
          </a:p>
          <a:p xmlns:a="http://schemas.openxmlformats.org/drawingml/2006/main">
            <a:pPr>
              <a:defRPr sz="2175" b="0">
                <a:solidFill>
                  <a:srgbClr val="18362D"/>
                </a:solidFill>
                <a:latin typeface="Arial"/>
                <a:ea typeface="Arial"/>
                <a:cs typeface="Arial"/>
              </a:defRPr>
            </a:pPr>
            <a:r>
              <a:rPr sz="2175" b="0">
                <a:solidFill>
                  <a:srgbClr val="18362D"/>
                </a:solidFill>
                <a:latin typeface="Arial"/>
                <a:ea typeface="Arial"/>
                <a:cs typeface="Arial"/>
              </a:rPr>
              <a:t>yalnızca sınav döneminde çalışma.</a:t>
            </a:r>
          </a:p>
        </p:txBody>
      </p:sp>
      <p:sp>
        <p:nvSpPr>
          <p:cNvPr id="9" name="">
            <a:extLst xmlns:a="http://schemas.openxmlformats.org/drawingml/2006/main">
              <a:ext uri="{FF2B5EF4-FFF2-40B4-BE49-F238E27FC236}">
                <a16:creationId xmlns:a16="http://schemas.microsoft.com/office/drawing/2014/main" id="{831DCBB6-5C63-4423-99E7-58DC8D96D220}"/>
              </a:ext>
            </a:extLst>
          </p:cNvPr>
          <p:cNvSpPr>
            <a:spLocks xmlns:a="http://schemas.openxmlformats.org/drawingml/2006/main" noGrp="1"/>
          </p:cNvSpPr>
          <p:nvPr/>
        </p:nvSpPr>
        <p:spPr>
          <a:xfrm xmlns:a="http://schemas.openxmlformats.org/drawingml/2006/main">
            <a:off x="628650" y="4600575"/>
            <a:ext cx="1981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596C62"/>
                </a:solidFill>
                <a:latin typeface="Arial"/>
                <a:ea typeface="Arial"/>
                <a:cs typeface="Arial"/>
              </a:defRPr>
            </a:defPPr>
          </a:lstStyle>
          <a:p xmlns:a="http://schemas.openxmlformats.org/drawingml/2006/main">
            <a:pPr>
              <a:defRPr sz="1875" b="1">
                <a:solidFill>
                  <a:srgbClr val="596C62"/>
                </a:solidFill>
                <a:latin typeface="Arial"/>
                <a:ea typeface="Arial"/>
                <a:cs typeface="Arial"/>
              </a:defRPr>
            </a:pPr>
            <a:r>
              <a:rPr sz="1875" b="1">
                <a:solidFill>
                  <a:srgbClr val="596C62"/>
                </a:solidFill>
                <a:latin typeface="Arial"/>
                <a:ea typeface="Arial"/>
                <a:cs typeface="Arial"/>
              </a:rPr>
              <a:t>Öğretmen 4</a:t>
            </a:r>
          </a:p>
        </p:txBody>
      </p:sp>
      <p:sp>
        <p:nvSpPr>
          <p:cNvPr id="10" name="">
            <a:extLst xmlns:a="http://schemas.openxmlformats.org/drawingml/2006/main">
              <a:ext uri="{FF2B5EF4-FFF2-40B4-BE49-F238E27FC236}">
                <a16:creationId xmlns:a16="http://schemas.microsoft.com/office/drawing/2014/main" id="{16E7D6CD-2E07-421E-B051-48980246FEF2}"/>
              </a:ext>
            </a:extLst>
          </p:cNvPr>
          <p:cNvSpPr>
            <a:spLocks xmlns:a="http://schemas.openxmlformats.org/drawingml/2006/main" noGrp="1"/>
          </p:cNvSpPr>
          <p:nvPr/>
        </p:nvSpPr>
        <p:spPr>
          <a:xfrm xmlns:a="http://schemas.openxmlformats.org/drawingml/2006/main">
            <a:off x="2905125" y="4543425"/>
            <a:ext cx="8572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62D"/>
                </a:solidFill>
                <a:latin typeface="Arial"/>
                <a:ea typeface="Arial"/>
                <a:cs typeface="Arial"/>
              </a:defRPr>
            </a:defPPr>
          </a:lstStyle>
          <a:p xmlns:a="http://schemas.openxmlformats.org/drawingml/2006/main">
            <a:pPr>
              <a:defRPr sz="2175" b="0">
                <a:solidFill>
                  <a:srgbClr val="18362D"/>
                </a:solidFill>
                <a:latin typeface="Arial"/>
                <a:ea typeface="Arial"/>
                <a:cs typeface="Arial"/>
              </a:defRPr>
            </a:pPr>
            <a:r>
              <a:rPr sz="2175" b="0">
                <a:solidFill>
                  <a:srgbClr val="18362D"/>
                </a:solidFill>
                <a:latin typeface="Arial"/>
                <a:ea typeface="Arial"/>
                <a:cs typeface="Arial"/>
              </a:rPr>
              <a:t>Merak eksikliği, hemen sonuca ulaşma isteği</a:t>
            </a:r>
          </a:p>
          <a:p xmlns:a="http://schemas.openxmlformats.org/drawingml/2006/main">
            <a:pPr>
              <a:defRPr sz="2175" b="0">
                <a:solidFill>
                  <a:srgbClr val="18362D"/>
                </a:solidFill>
                <a:latin typeface="Arial"/>
                <a:ea typeface="Arial"/>
                <a:cs typeface="Arial"/>
              </a:defRPr>
            </a:pPr>
            <a:r>
              <a:rPr sz="2175" b="0">
                <a:solidFill>
                  <a:srgbClr val="18362D"/>
                </a:solidFill>
                <a:latin typeface="Arial"/>
                <a:ea typeface="Arial"/>
                <a:cs typeface="Arial"/>
              </a:rPr>
              <a:t>ve düzenli çalışmayı sürdürmekte güçlük.</a:t>
            </a:r>
          </a:p>
        </p:txBody>
      </p:sp>
      <p:sp>
        <p:nvSpPr>
          <p:cNvPr id="11" name="">
            <a:extLst xmlns:a="http://schemas.openxmlformats.org/drawingml/2006/main">
              <a:ext uri="{FF2B5EF4-FFF2-40B4-BE49-F238E27FC236}">
                <a16:creationId xmlns:a16="http://schemas.microsoft.com/office/drawing/2014/main" id="{043B38E9-9AF6-48AE-A99B-69D962917109}"/>
              </a:ext>
            </a:extLst>
          </p:cNvPr>
          <p:cNvSpPr>
            <a:spLocks xmlns:a="http://schemas.openxmlformats.org/drawingml/2006/main" noGrp="1"/>
          </p:cNvSpPr>
          <p:nvPr/>
        </p:nvSpPr>
        <p:spPr>
          <a:xfrm xmlns:a="http://schemas.openxmlformats.org/drawingml/2006/main">
            <a:off x="619125" y="5867400"/>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62D"/>
                </a:solidFill>
                <a:latin typeface="Arial"/>
                <a:ea typeface="Arial"/>
                <a:cs typeface="Arial"/>
              </a:defRPr>
            </a:defPPr>
          </a:lstStyle>
          <a:p xmlns:a="http://schemas.openxmlformats.org/drawingml/2006/main">
            <a:pPr>
              <a:defRPr sz="2175" b="1">
                <a:solidFill>
                  <a:srgbClr val="18362D"/>
                </a:solidFill>
                <a:latin typeface="Arial"/>
                <a:ea typeface="Arial"/>
                <a:cs typeface="Arial"/>
              </a:defRPr>
            </a:pPr>
            <a:r>
              <a:rPr sz="2175" b="1">
                <a:solidFill>
                  <a:srgbClr val="18362D"/>
                </a:solidFill>
                <a:latin typeface="Arial"/>
                <a:ea typeface="Arial"/>
                <a:cs typeface="Arial"/>
              </a:rPr>
              <a:t>Bizim odağımız: öğrenme isteği ve düzenli çalışma</a:t>
            </a:r>
          </a:p>
        </p:txBody>
      </p:sp>
    </p:spTree>
    <p:extLst>
      <p:ext uri="{BB962C8B-B14F-4D97-AF65-F5344CB8AC3E}">
        <p14:creationId xmlns:p14="http://schemas.microsoft.com/office/powerpoint/2010/main" val="637070009"/>
      </p:ext>
    </p:extLst>
  </p:cSld>
</p:sld>
</file>

<file path=ppt/slides/slide3.xml><?xml version="1.0" encoding="utf-8"?>
<p:sld xmlns:p="http://schemas.openxmlformats.org/presentationml/2006/main">
  <p:cSld>
    <p:bg>
      <p:bgPr>
        <a:solidFill xmlns:a="http://schemas.openxmlformats.org/drawingml/2006/main">
          <a:srgbClr val="10233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677F15-A2B8-4843-BD2B-A3D29149E6C9}"/>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7F5EF"/>
                </a:solidFill>
                <a:latin typeface="Arial"/>
                <a:ea typeface="Arial"/>
                <a:cs typeface="Arial"/>
              </a:defRPr>
            </a:defPPr>
          </a:lstStyle>
          <a:p xmlns:a="http://schemas.openxmlformats.org/drawingml/2006/main">
            <a:pPr>
              <a:defRPr sz="3450" b="1">
                <a:solidFill>
                  <a:srgbClr val="F7F5EF"/>
                </a:solidFill>
                <a:latin typeface="Arial"/>
                <a:ea typeface="Arial"/>
                <a:cs typeface="Arial"/>
              </a:defRPr>
            </a:pPr>
            <a:r>
              <a:rPr sz="3450" b="1">
                <a:solidFill>
                  <a:srgbClr val="F7F5EF"/>
                </a:solidFill>
                <a:latin typeface="Arial"/>
                <a:ea typeface="Arial"/>
                <a:cs typeface="Arial"/>
              </a:rPr>
              <a:t>Dopamin</a:t>
            </a:r>
          </a:p>
        </p:txBody>
      </p:sp>
      <p:sp>
        <p:nvSpPr>
          <p:cNvPr id="2" name="">
            <a:extLst xmlns:a="http://schemas.openxmlformats.org/drawingml/2006/main">
              <a:ext uri="{FF2B5EF4-FFF2-40B4-BE49-F238E27FC236}">
                <a16:creationId xmlns:a16="http://schemas.microsoft.com/office/drawing/2014/main" id="{BEBB4A7F-7057-469A-ACC4-EAA00BE8FA37}"/>
              </a:ext>
            </a:extLst>
          </p:cNvPr>
          <p:cNvSpPr>
            <a:spLocks xmlns:a="http://schemas.openxmlformats.org/drawingml/2006/main" noGrp="1"/>
          </p:cNvSpPr>
          <p:nvPr/>
        </p:nvSpPr>
        <p:spPr>
          <a:xfrm xmlns:a="http://schemas.openxmlformats.org/drawingml/2006/main">
            <a:off x="11239500"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7CDD4"/>
                </a:solidFill>
                <a:latin typeface="Arial"/>
                <a:ea typeface="Arial"/>
                <a:cs typeface="Arial"/>
              </a:defRPr>
            </a:defPPr>
          </a:lstStyle>
          <a:p xmlns:a="http://schemas.openxmlformats.org/drawingml/2006/main">
            <a:pPr>
              <a:defRPr sz="1350" b="0">
                <a:solidFill>
                  <a:srgbClr val="B7CDD4"/>
                </a:solidFill>
                <a:latin typeface="Arial"/>
                <a:ea typeface="Arial"/>
                <a:cs typeface="Arial"/>
              </a:defRPr>
            </a:pPr>
            <a:r>
              <a:rPr sz="1350" b="0">
                <a:solidFill>
                  <a:srgbClr val="B7CDD4"/>
                </a:solidFill>
                <a:latin typeface="Arial"/>
                <a:ea typeface="Arial"/>
                <a:cs typeface="Arial"/>
              </a:rPr>
              <a:t>03</a:t>
            </a:r>
          </a:p>
        </p:txBody>
      </p:sp>
      <p:pic>
        <p:nvPicPr>
          <p:cNvPr id="3" name="">
            <a:extLst xmlns:a="http://schemas.openxmlformats.org/drawingml/2006/main">
              <a:ext uri="{FF2B5EF4-FFF2-40B4-BE49-F238E27FC236}">
                <a16:creationId xmlns:a16="http://schemas.microsoft.com/office/drawing/2014/main" id="{DA68D53C-24F7-4257-8454-13D5637DE4E2}"/>
              </a:ext>
            </a:extLst>
          </p:cNvPr>
          <p:cNvPicPr>
            <a:picLocks xmlns:a="http://schemas.openxmlformats.org/drawingml/2006/main" noChangeAspect="1"/>
          </p:cNvPicPr>
          <p:nvPr/>
        </p:nvPicPr>
        <p:blipFill>
          <a:blip xmlns:r="http://schemas.openxmlformats.org/officeDocument/2006/relationships" xmlns:a="http://schemas.openxmlformats.org/drawingml/2006/main" r:embed="R2e74b60ed2944b55"/>
          <a:stretch xmlns:a="http://schemas.openxmlformats.org/drawingml/2006/main"/>
        </p:blipFill>
        <p:spPr>
          <a:xfrm xmlns:a="http://schemas.openxmlformats.org/drawingml/2006/main">
            <a:off x="610933" y="1495425"/>
            <a:ext cx="7036308" cy="48863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7D55FE3-D8C5-407A-A61B-5E6E872D2D25}"/>
              </a:ext>
            </a:extLst>
          </p:cNvPr>
          <p:cNvSpPr>
            <a:spLocks xmlns:a="http://schemas.openxmlformats.org/drawingml/2006/main" noGrp="1"/>
          </p:cNvSpPr>
          <p:nvPr/>
        </p:nvSpPr>
        <p:spPr>
          <a:xfrm xmlns:a="http://schemas.openxmlformats.org/drawingml/2006/main">
            <a:off x="8115300" y="1581150"/>
            <a:ext cx="34861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52D7E8"/>
                </a:solidFill>
                <a:latin typeface="Arial"/>
                <a:ea typeface="Arial"/>
                <a:cs typeface="Arial"/>
              </a:defRPr>
            </a:defPPr>
          </a:lstStyle>
          <a:p xmlns:a="http://schemas.openxmlformats.org/drawingml/2006/main">
            <a:pPr>
              <a:defRPr sz="2550" b="1">
                <a:solidFill>
                  <a:srgbClr val="52D7E8"/>
                </a:solidFill>
                <a:latin typeface="Arial"/>
                <a:ea typeface="Arial"/>
                <a:cs typeface="Arial"/>
              </a:defRPr>
            </a:pPr>
            <a:r>
              <a:rPr sz="2550" b="1">
                <a:solidFill>
                  <a:srgbClr val="52D7E8"/>
                </a:solidFill>
                <a:latin typeface="Arial"/>
                <a:ea typeface="Arial"/>
                <a:cs typeface="Arial"/>
              </a:rPr>
              <a:t>Üniversite dersleri için</a:t>
            </a:r>
          </a:p>
          <a:p xmlns:a="http://schemas.openxmlformats.org/drawingml/2006/main">
            <a:pPr>
              <a:defRPr sz="2550" b="1">
                <a:solidFill>
                  <a:srgbClr val="52D7E8"/>
                </a:solidFill>
                <a:latin typeface="Arial"/>
                <a:ea typeface="Arial"/>
                <a:cs typeface="Arial"/>
              </a:defRPr>
            </a:pPr>
            <a:r>
              <a:rPr sz="2550" b="1">
                <a:solidFill>
                  <a:srgbClr val="52D7E8"/>
                </a:solidFill>
                <a:latin typeface="Arial"/>
                <a:ea typeface="Arial"/>
                <a:cs typeface="Arial"/>
              </a:rPr>
              <a:t>günlük, etkileşimli çalışma</a:t>
            </a:r>
          </a:p>
        </p:txBody>
      </p:sp>
      <p:sp>
        <p:nvSpPr>
          <p:cNvPr id="5" name="">
            <a:extLst xmlns:a="http://schemas.openxmlformats.org/drawingml/2006/main">
              <a:ext uri="{FF2B5EF4-FFF2-40B4-BE49-F238E27FC236}">
                <a16:creationId xmlns:a16="http://schemas.microsoft.com/office/drawing/2014/main" id="{427F061B-3092-4CCC-B799-BAF952680FB7}"/>
              </a:ext>
            </a:extLst>
          </p:cNvPr>
          <p:cNvSpPr>
            <a:spLocks xmlns:a="http://schemas.openxmlformats.org/drawingml/2006/main" noGrp="1"/>
          </p:cNvSpPr>
          <p:nvPr/>
        </p:nvSpPr>
        <p:spPr>
          <a:xfrm xmlns:a="http://schemas.openxmlformats.org/drawingml/2006/main">
            <a:off x="8115300" y="3095625"/>
            <a:ext cx="342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7F5EF"/>
                </a:solidFill>
                <a:latin typeface="Arial"/>
                <a:ea typeface="Arial"/>
                <a:cs typeface="Arial"/>
              </a:defRPr>
            </a:defPPr>
          </a:lstStyle>
          <a:p xmlns:a="http://schemas.openxmlformats.org/drawingml/2006/main">
            <a:pPr>
              <a:defRPr sz="2100" b="0">
                <a:solidFill>
                  <a:srgbClr val="F7F5EF"/>
                </a:solidFill>
                <a:latin typeface="Arial"/>
                <a:ea typeface="Arial"/>
                <a:cs typeface="Arial"/>
              </a:defRPr>
            </a:pPr>
            <a:r>
              <a:rPr sz="2100" b="0">
                <a:solidFill>
                  <a:srgbClr val="F7F5EF"/>
                </a:solidFill>
                <a:latin typeface="Arial"/>
                <a:ea typeface="Arial"/>
                <a:cs typeface="Arial"/>
              </a:rPr>
              <a:t>Öğrenci, kendi dersinin</a:t>
            </a:r>
          </a:p>
          <a:p xmlns:a="http://schemas.openxmlformats.org/drawingml/2006/main">
            <a:pPr>
              <a:defRPr sz="2100" b="0">
                <a:solidFill>
                  <a:srgbClr val="F7F5EF"/>
                </a:solidFill>
                <a:latin typeface="Arial"/>
                <a:ea typeface="Arial"/>
                <a:cs typeface="Arial"/>
              </a:defRPr>
            </a:pPr>
            <a:r>
              <a:rPr sz="2100" b="0">
                <a:solidFill>
                  <a:srgbClr val="F7F5EF"/>
                </a:solidFill>
                <a:latin typeface="Arial"/>
                <a:ea typeface="Arial"/>
                <a:cs typeface="Arial"/>
              </a:rPr>
              <a:t>konularında ilerler.</a:t>
            </a:r>
          </a:p>
        </p:txBody>
      </p:sp>
      <p:sp>
        <p:nvSpPr>
          <p:cNvPr id="6" name="">
            <a:extLst xmlns:a="http://schemas.openxmlformats.org/drawingml/2006/main">
              <a:ext uri="{FF2B5EF4-FFF2-40B4-BE49-F238E27FC236}">
                <a16:creationId xmlns:a16="http://schemas.microsoft.com/office/drawing/2014/main" id="{C129D163-76C8-430C-804A-86A87F9DB4D0}"/>
              </a:ext>
            </a:extLst>
          </p:cNvPr>
          <p:cNvSpPr>
            <a:spLocks xmlns:a="http://schemas.openxmlformats.org/drawingml/2006/main" noGrp="1"/>
          </p:cNvSpPr>
          <p:nvPr/>
        </p:nvSpPr>
        <p:spPr>
          <a:xfrm xmlns:a="http://schemas.openxmlformats.org/drawingml/2006/main">
            <a:off x="8115300" y="4171950"/>
            <a:ext cx="3429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7CDD4"/>
                </a:solidFill>
                <a:latin typeface="Arial"/>
                <a:ea typeface="Arial"/>
                <a:cs typeface="Arial"/>
              </a:defRPr>
            </a:defPPr>
          </a:lstStyle>
          <a:p xmlns:a="http://schemas.openxmlformats.org/drawingml/2006/main">
            <a:pPr>
              <a:defRPr sz="2100" b="0">
                <a:solidFill>
                  <a:srgbClr val="B7CDD4"/>
                </a:solidFill>
                <a:latin typeface="Arial"/>
                <a:ea typeface="Arial"/>
                <a:cs typeface="Arial"/>
              </a:defRPr>
            </a:pPr>
            <a:r>
              <a:rPr sz="2100" b="0">
                <a:solidFill>
                  <a:srgbClr val="B7CDD4"/>
                </a:solidFill>
                <a:latin typeface="Arial"/>
                <a:ea typeface="Arial"/>
                <a:cs typeface="Arial"/>
              </a:rPr>
              <a:t>Derse hazırlanır.</a:t>
            </a:r>
          </a:p>
          <a:p xmlns:a="http://schemas.openxmlformats.org/drawingml/2006/main">
            <a:pPr>
              <a:defRPr sz="2100" b="0">
                <a:solidFill>
                  <a:srgbClr val="B7CDD4"/>
                </a:solidFill>
                <a:latin typeface="Arial"/>
                <a:ea typeface="Arial"/>
                <a:cs typeface="Arial"/>
              </a:defRPr>
            </a:pPr>
            <a:r>
              <a:rPr sz="2100" b="0">
                <a:solidFill>
                  <a:srgbClr val="B7CDD4"/>
                </a:solidFill>
                <a:latin typeface="Arial"/>
                <a:ea typeface="Arial"/>
                <a:cs typeface="Arial"/>
              </a:rPr>
              <a:t>Kısa alıştırmalar çözer.</a:t>
            </a:r>
          </a:p>
          <a:p xmlns:a="http://schemas.openxmlformats.org/drawingml/2006/main">
            <a:pPr>
              <a:defRPr sz="2100" b="0">
                <a:solidFill>
                  <a:srgbClr val="B7CDD4"/>
                </a:solidFill>
                <a:latin typeface="Arial"/>
                <a:ea typeface="Arial"/>
                <a:cs typeface="Arial"/>
              </a:defRPr>
            </a:pPr>
            <a:r>
              <a:rPr sz="2100" b="0">
                <a:solidFill>
                  <a:srgbClr val="B7CDD4"/>
                </a:solidFill>
                <a:latin typeface="Arial"/>
                <a:ea typeface="Arial"/>
                <a:cs typeface="Arial"/>
              </a:rPr>
              <a:t>Eksiklerini tekrar eder.</a:t>
            </a:r>
          </a:p>
        </p:txBody>
      </p:sp>
    </p:spTree>
    <p:extLst>
      <p:ext uri="{BB962C8B-B14F-4D97-AF65-F5344CB8AC3E}">
        <p14:creationId xmlns:p14="http://schemas.microsoft.com/office/powerpoint/2010/main" val="873509222"/>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F79DD9-88DA-464C-BAAA-F667861D005F}"/>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62D"/>
                </a:solidFill>
                <a:latin typeface="Arial"/>
                <a:ea typeface="Arial"/>
                <a:cs typeface="Arial"/>
              </a:defRPr>
            </a:defPPr>
          </a:lstStyle>
          <a:p xmlns:a="http://schemas.openxmlformats.org/drawingml/2006/main">
            <a:pPr>
              <a:defRPr sz="3450" b="1">
                <a:solidFill>
                  <a:srgbClr val="18362D"/>
                </a:solidFill>
                <a:latin typeface="Arial"/>
                <a:ea typeface="Arial"/>
                <a:cs typeface="Arial"/>
              </a:defRPr>
            </a:pPr>
            <a:r>
              <a:rPr sz="3450" b="1">
                <a:solidFill>
                  <a:srgbClr val="18362D"/>
                </a:solidFill>
                <a:latin typeface="Arial"/>
                <a:ea typeface="Arial"/>
                <a:cs typeface="Arial"/>
              </a:rPr>
              <a:t>Öğretmenin PDF’siyle başlayan içerik</a:t>
            </a:r>
          </a:p>
        </p:txBody>
      </p:sp>
      <p:sp>
        <p:nvSpPr>
          <p:cNvPr id="2" name="">
            <a:extLst xmlns:a="http://schemas.openxmlformats.org/drawingml/2006/main">
              <a:ext uri="{FF2B5EF4-FFF2-40B4-BE49-F238E27FC236}">
                <a16:creationId xmlns:a16="http://schemas.microsoft.com/office/drawing/2014/main" id="{D820FDBD-7D20-4CA7-AA3C-BEEAB8E94567}"/>
              </a:ext>
            </a:extLst>
          </p:cNvPr>
          <p:cNvSpPr>
            <a:spLocks xmlns:a="http://schemas.openxmlformats.org/drawingml/2006/main" noGrp="1"/>
          </p:cNvSpPr>
          <p:nvPr/>
        </p:nvSpPr>
        <p:spPr>
          <a:xfrm xmlns:a="http://schemas.openxmlformats.org/drawingml/2006/main">
            <a:off x="11239500"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96C62"/>
                </a:solidFill>
                <a:latin typeface="Arial"/>
                <a:ea typeface="Arial"/>
                <a:cs typeface="Arial"/>
              </a:defRPr>
            </a:defPPr>
          </a:lstStyle>
          <a:p xmlns:a="http://schemas.openxmlformats.org/drawingml/2006/main">
            <a:pPr>
              <a:defRPr sz="1350" b="0">
                <a:solidFill>
                  <a:srgbClr val="596C62"/>
                </a:solidFill>
                <a:latin typeface="Arial"/>
                <a:ea typeface="Arial"/>
                <a:cs typeface="Arial"/>
              </a:defRPr>
            </a:pPr>
            <a:r>
              <a:rPr sz="1350" b="0">
                <a:solidFill>
                  <a:srgbClr val="596C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F862D35D-4673-4A21-A4DD-DE43BE576489}"/>
              </a:ext>
            </a:extLst>
          </p:cNvPr>
          <p:cNvSpPr>
            <a:spLocks xmlns:a="http://schemas.openxmlformats.org/drawingml/2006/main" noGrp="1"/>
          </p:cNvSpPr>
          <p:nvPr/>
        </p:nvSpPr>
        <p:spPr>
          <a:xfrm xmlns:a="http://schemas.openxmlformats.org/drawingml/2006/main">
            <a:off x="619125" y="1352550"/>
            <a:ext cx="1076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96C62"/>
                </a:solidFill>
                <a:latin typeface="Arial"/>
                <a:ea typeface="Arial"/>
                <a:cs typeface="Arial"/>
              </a:defRPr>
            </a:defPPr>
          </a:lstStyle>
          <a:p xmlns:a="http://schemas.openxmlformats.org/drawingml/2006/main">
            <a:pPr>
              <a:defRPr sz="2175" b="0">
                <a:solidFill>
                  <a:srgbClr val="596C62"/>
                </a:solidFill>
                <a:latin typeface="Arial"/>
                <a:ea typeface="Arial"/>
                <a:cs typeface="Arial"/>
              </a:defRPr>
            </a:pPr>
            <a:r>
              <a:rPr sz="2175" b="0">
                <a:solidFill>
                  <a:srgbClr val="596C62"/>
                </a:solidFill>
                <a:latin typeface="Arial"/>
                <a:ea typeface="Arial"/>
                <a:cs typeface="Arial"/>
              </a:rPr>
              <a:t>Gemini, yüklenen kaynaktan konu ve kazanımları çıkarır.</a:t>
            </a:r>
          </a:p>
        </p:txBody>
      </p:sp>
      <p:pic>
        <p:nvPicPr>
          <p:cNvPr id="4" name="">
            <a:extLst xmlns:a="http://schemas.openxmlformats.org/drawingml/2006/main">
              <a:ext uri="{FF2B5EF4-FFF2-40B4-BE49-F238E27FC236}">
                <a16:creationId xmlns:a16="http://schemas.microsoft.com/office/drawing/2014/main" id="{8B2B8C85-04D9-42A4-97E8-13F7E4E6EF3A}"/>
              </a:ext>
            </a:extLst>
          </p:cNvPr>
          <p:cNvPicPr>
            <a:picLocks xmlns:a="http://schemas.openxmlformats.org/drawingml/2006/main" noChangeAspect="1"/>
          </p:cNvPicPr>
          <p:nvPr/>
        </p:nvPicPr>
        <p:blipFill>
          <a:blip xmlns:r="http://schemas.openxmlformats.org/officeDocument/2006/relationships" xmlns:a="http://schemas.openxmlformats.org/drawingml/2006/main" r:embed="R654f2c379d5a469b"/>
          <a:stretch xmlns:a="http://schemas.openxmlformats.org/drawingml/2006/main"/>
        </p:blipFill>
        <p:spPr>
          <a:xfrm xmlns:a="http://schemas.openxmlformats.org/drawingml/2006/main">
            <a:off x="609600" y="2277155"/>
            <a:ext cx="8134350" cy="265611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41E346-53EC-4F5D-AE80-214C2047BF83}"/>
              </a:ext>
            </a:extLst>
          </p:cNvPr>
          <p:cNvSpPr>
            <a:spLocks xmlns:a="http://schemas.openxmlformats.org/drawingml/2006/main" noGrp="1"/>
          </p:cNvSpPr>
          <p:nvPr/>
        </p:nvSpPr>
        <p:spPr>
          <a:xfrm xmlns:a="http://schemas.openxmlformats.org/drawingml/2006/main">
            <a:off x="9429750" y="2162175"/>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18362D"/>
                </a:solidFill>
                <a:latin typeface="Arial"/>
                <a:ea typeface="Arial"/>
                <a:cs typeface="Arial"/>
              </a:defRPr>
            </a:defPPr>
          </a:lstStyle>
          <a:p xmlns:a="http://schemas.openxmlformats.org/drawingml/2006/main">
            <a:pPr>
              <a:defRPr sz="4800" b="1">
                <a:solidFill>
                  <a:srgbClr val="18362D"/>
                </a:solidFill>
                <a:latin typeface="Arial"/>
                <a:ea typeface="Arial"/>
                <a:cs typeface="Arial"/>
              </a:defRPr>
            </a:pPr>
            <a:r>
              <a:rPr sz="4800" b="1">
                <a:solidFill>
                  <a:srgbClr val="18362D"/>
                </a:solidFill>
                <a:latin typeface="Arial"/>
                <a:ea typeface="Arial"/>
                <a:cs typeface="Arial"/>
              </a:rPr>
              <a:t>40</a:t>
            </a:r>
          </a:p>
        </p:txBody>
      </p:sp>
      <p:sp>
        <p:nvSpPr>
          <p:cNvPr id="6" name="">
            <a:extLst xmlns:a="http://schemas.openxmlformats.org/drawingml/2006/main">
              <a:ext uri="{FF2B5EF4-FFF2-40B4-BE49-F238E27FC236}">
                <a16:creationId xmlns:a16="http://schemas.microsoft.com/office/drawing/2014/main" id="{7B4E972D-5B6C-49E5-AFEE-53E806F006B8}"/>
              </a:ext>
            </a:extLst>
          </p:cNvPr>
          <p:cNvSpPr>
            <a:spLocks xmlns:a="http://schemas.openxmlformats.org/drawingml/2006/main" noGrp="1"/>
          </p:cNvSpPr>
          <p:nvPr/>
        </p:nvSpPr>
        <p:spPr>
          <a:xfrm xmlns:a="http://schemas.openxmlformats.org/drawingml/2006/main">
            <a:off x="9429750" y="2809875"/>
            <a:ext cx="228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C62"/>
                </a:solidFill>
                <a:latin typeface="Arial"/>
                <a:ea typeface="Arial"/>
                <a:cs typeface="Arial"/>
              </a:defRPr>
            </a:defPPr>
          </a:lstStyle>
          <a:p xmlns:a="http://schemas.openxmlformats.org/drawingml/2006/main">
            <a:pPr>
              <a:defRPr sz="1725" b="0">
                <a:solidFill>
                  <a:srgbClr val="596C62"/>
                </a:solidFill>
                <a:latin typeface="Arial"/>
                <a:ea typeface="Arial"/>
                <a:cs typeface="Arial"/>
              </a:defRPr>
            </a:pPr>
            <a:r>
              <a:rPr sz="1725" b="0">
                <a:solidFill>
                  <a:srgbClr val="596C62"/>
                </a:solidFill>
                <a:latin typeface="Arial"/>
                <a:ea typeface="Arial"/>
                <a:cs typeface="Arial"/>
              </a:rPr>
              <a:t>sayfalık İSG PDF’si</a:t>
            </a:r>
          </a:p>
        </p:txBody>
      </p:sp>
      <p:sp>
        <p:nvSpPr>
          <p:cNvPr id="7" name="">
            <a:extLst xmlns:a="http://schemas.openxmlformats.org/drawingml/2006/main">
              <a:ext uri="{FF2B5EF4-FFF2-40B4-BE49-F238E27FC236}">
                <a16:creationId xmlns:a16="http://schemas.microsoft.com/office/drawing/2014/main" id="{9842ACA3-5772-4833-B447-C44A31550B45}"/>
              </a:ext>
            </a:extLst>
          </p:cNvPr>
          <p:cNvSpPr>
            <a:spLocks xmlns:a="http://schemas.openxmlformats.org/drawingml/2006/main" noGrp="1"/>
          </p:cNvSpPr>
          <p:nvPr/>
        </p:nvSpPr>
        <p:spPr>
          <a:xfrm xmlns:a="http://schemas.openxmlformats.org/drawingml/2006/main">
            <a:off x="9429750" y="3552825"/>
            <a:ext cx="22669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18362D"/>
                </a:solidFill>
                <a:latin typeface="Arial"/>
                <a:ea typeface="Arial"/>
                <a:cs typeface="Arial"/>
              </a:defRPr>
            </a:defPPr>
          </a:lstStyle>
          <a:p xmlns:a="http://schemas.openxmlformats.org/drawingml/2006/main">
            <a:pPr>
              <a:defRPr sz="3525" b="1">
                <a:solidFill>
                  <a:srgbClr val="18362D"/>
                </a:solidFill>
                <a:latin typeface="Arial"/>
                <a:ea typeface="Arial"/>
                <a:cs typeface="Arial"/>
              </a:defRPr>
            </a:pPr>
            <a:r>
              <a:rPr sz="3525" b="1">
                <a:solidFill>
                  <a:srgbClr val="18362D"/>
                </a:solidFill>
                <a:latin typeface="Arial"/>
                <a:ea typeface="Arial"/>
                <a:cs typeface="Arial"/>
              </a:rPr>
              <a:t>5 konu</a:t>
            </a:r>
          </a:p>
        </p:txBody>
      </p:sp>
      <p:sp>
        <p:nvSpPr>
          <p:cNvPr id="8" name="">
            <a:extLst xmlns:a="http://schemas.openxmlformats.org/drawingml/2006/main">
              <a:ext uri="{FF2B5EF4-FFF2-40B4-BE49-F238E27FC236}">
                <a16:creationId xmlns:a16="http://schemas.microsoft.com/office/drawing/2014/main" id="{EC022D3C-8DA5-4655-A5DE-BFE6C7CFFA31}"/>
              </a:ext>
            </a:extLst>
          </p:cNvPr>
          <p:cNvSpPr>
            <a:spLocks xmlns:a="http://schemas.openxmlformats.org/drawingml/2006/main" noGrp="1"/>
          </p:cNvSpPr>
          <p:nvPr/>
        </p:nvSpPr>
        <p:spPr>
          <a:xfrm xmlns:a="http://schemas.openxmlformats.org/drawingml/2006/main">
            <a:off x="9429750" y="4210050"/>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8362D"/>
                </a:solidFill>
                <a:latin typeface="Arial"/>
                <a:ea typeface="Arial"/>
                <a:cs typeface="Arial"/>
              </a:defRPr>
            </a:defPPr>
          </a:lstStyle>
          <a:p xmlns:a="http://schemas.openxmlformats.org/drawingml/2006/main">
            <a:pPr>
              <a:defRPr sz="3150" b="1">
                <a:solidFill>
                  <a:srgbClr val="18362D"/>
                </a:solidFill>
                <a:latin typeface="Arial"/>
                <a:ea typeface="Arial"/>
                <a:cs typeface="Arial"/>
              </a:defRPr>
            </a:pPr>
            <a:r>
              <a:rPr sz="3150" b="1">
                <a:solidFill>
                  <a:srgbClr val="18362D"/>
                </a:solidFill>
                <a:latin typeface="Arial"/>
                <a:ea typeface="Arial"/>
                <a:cs typeface="Arial"/>
              </a:rPr>
              <a:t>19 kazanım</a:t>
            </a:r>
          </a:p>
        </p:txBody>
      </p:sp>
      <p:sp>
        <p:nvSpPr>
          <p:cNvPr id="9" name="">
            <a:extLst xmlns:a="http://schemas.openxmlformats.org/drawingml/2006/main">
              <a:ext uri="{FF2B5EF4-FFF2-40B4-BE49-F238E27FC236}">
                <a16:creationId xmlns:a16="http://schemas.microsoft.com/office/drawing/2014/main" id="{B4373E11-6D45-44CE-B431-DA291E0E6B7E}"/>
              </a:ext>
            </a:extLst>
          </p:cNvPr>
          <p:cNvSpPr>
            <a:spLocks xmlns:a="http://schemas.openxmlformats.org/drawingml/2006/main" noGrp="1"/>
          </p:cNvSpPr>
          <p:nvPr/>
        </p:nvSpPr>
        <p:spPr>
          <a:xfrm xmlns:a="http://schemas.openxmlformats.org/drawingml/2006/main">
            <a:off x="619125" y="5438775"/>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62D"/>
                </a:solidFill>
                <a:latin typeface="Arial"/>
                <a:ea typeface="Arial"/>
                <a:cs typeface="Arial"/>
              </a:defRPr>
            </a:defPPr>
          </a:lstStyle>
          <a:p xmlns:a="http://schemas.openxmlformats.org/drawingml/2006/main">
            <a:pPr>
              <a:defRPr sz="2175" b="1">
                <a:solidFill>
                  <a:srgbClr val="18362D"/>
                </a:solidFill>
                <a:latin typeface="Arial"/>
                <a:ea typeface="Arial"/>
                <a:cs typeface="Arial"/>
              </a:defRPr>
            </a:pPr>
            <a:r>
              <a:rPr sz="2175" b="1">
                <a:solidFill>
                  <a:srgbClr val="18362D"/>
                </a:solidFill>
                <a:latin typeface="Arial"/>
                <a:ea typeface="Arial"/>
                <a:cs typeface="Arial"/>
              </a:rPr>
              <a:t>Etkinlik üretimi</a:t>
            </a:r>
          </a:p>
        </p:txBody>
      </p:sp>
      <p:sp>
        <p:nvSpPr>
          <p:cNvPr id="10" name="">
            <a:extLst xmlns:a="http://schemas.openxmlformats.org/drawingml/2006/main">
              <a:ext uri="{FF2B5EF4-FFF2-40B4-BE49-F238E27FC236}">
                <a16:creationId xmlns:a16="http://schemas.microsoft.com/office/drawing/2014/main" id="{8D5208E3-A48E-43B8-82A0-9AB7DEF1C60C}"/>
              </a:ext>
            </a:extLst>
          </p:cNvPr>
          <p:cNvSpPr>
            <a:spLocks xmlns:a="http://schemas.openxmlformats.org/drawingml/2006/main" noGrp="1"/>
          </p:cNvSpPr>
          <p:nvPr/>
        </p:nvSpPr>
        <p:spPr>
          <a:xfrm xmlns:a="http://schemas.openxmlformats.org/drawingml/2006/main">
            <a:off x="4267200" y="5438775"/>
            <a:ext cx="37433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62D"/>
                </a:solidFill>
                <a:latin typeface="Arial"/>
                <a:ea typeface="Arial"/>
                <a:cs typeface="Arial"/>
              </a:defRPr>
            </a:defPPr>
          </a:lstStyle>
          <a:p xmlns:a="http://schemas.openxmlformats.org/drawingml/2006/main">
            <a:pPr>
              <a:defRPr sz="2175" b="1">
                <a:solidFill>
                  <a:srgbClr val="18362D"/>
                </a:solidFill>
                <a:latin typeface="Arial"/>
                <a:ea typeface="Arial"/>
                <a:cs typeface="Arial"/>
              </a:defRPr>
            </a:pPr>
            <a:r>
              <a:rPr sz="2175" b="1">
                <a:solidFill>
                  <a:srgbClr val="18362D"/>
                </a:solidFill>
                <a:latin typeface="Arial"/>
                <a:ea typeface="Arial"/>
                <a:cs typeface="Arial"/>
              </a:rPr>
              <a:t>Öğretmen incelemesi</a:t>
            </a:r>
          </a:p>
        </p:txBody>
      </p:sp>
      <p:sp>
        <p:nvSpPr>
          <p:cNvPr id="11" name="">
            <a:extLst xmlns:a="http://schemas.openxmlformats.org/drawingml/2006/main">
              <a:ext uri="{FF2B5EF4-FFF2-40B4-BE49-F238E27FC236}">
                <a16:creationId xmlns:a16="http://schemas.microsoft.com/office/drawing/2014/main" id="{8A11AF3E-9B05-4935-B3FD-D0967919A822}"/>
              </a:ext>
            </a:extLst>
          </p:cNvPr>
          <p:cNvSpPr>
            <a:spLocks xmlns:a="http://schemas.openxmlformats.org/drawingml/2006/main" noGrp="1"/>
          </p:cNvSpPr>
          <p:nvPr/>
        </p:nvSpPr>
        <p:spPr>
          <a:xfrm xmlns:a="http://schemas.openxmlformats.org/drawingml/2006/main">
            <a:off x="8524875" y="5438775"/>
            <a:ext cx="300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8362D"/>
                </a:solidFill>
                <a:latin typeface="Arial"/>
                <a:ea typeface="Arial"/>
                <a:cs typeface="Arial"/>
              </a:defRPr>
            </a:defPPr>
          </a:lstStyle>
          <a:p xmlns:a="http://schemas.openxmlformats.org/drawingml/2006/main">
            <a:pPr>
              <a:defRPr sz="2175" b="1">
                <a:solidFill>
                  <a:srgbClr val="18362D"/>
                </a:solidFill>
                <a:latin typeface="Arial"/>
                <a:ea typeface="Arial"/>
                <a:cs typeface="Arial"/>
              </a:defRPr>
            </a:pPr>
            <a:r>
              <a:rPr sz="2175" b="1">
                <a:solidFill>
                  <a:srgbClr val="18362D"/>
                </a:solidFill>
                <a:latin typeface="Arial"/>
                <a:ea typeface="Arial"/>
                <a:cs typeface="Arial"/>
              </a:rPr>
              <a:t>Öğrenciye yayın</a:t>
            </a:r>
          </a:p>
        </p:txBody>
      </p:sp>
    </p:spTree>
    <p:extLst>
      <p:ext uri="{BB962C8B-B14F-4D97-AF65-F5344CB8AC3E}">
        <p14:creationId xmlns:p14="http://schemas.microsoft.com/office/powerpoint/2010/main" val="370810383"/>
      </p:ext>
    </p:extLst>
  </p:cSld>
</p:sld>
</file>

<file path=ppt/slides/slide5.xml><?xml version="1.0" encoding="utf-8"?>
<p:sld xmlns:p="http://schemas.openxmlformats.org/presentationml/2006/main">
  <p:cSld>
    <p:bg>
      <p:bgPr>
        <a:solidFill xmlns:a="http://schemas.openxmlformats.org/drawingml/2006/main">
          <a:srgbClr val="10233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2A1CC4D-ECD2-49DD-91B3-3B9516B59706}"/>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7F5EF"/>
                </a:solidFill>
                <a:latin typeface="Arial"/>
                <a:ea typeface="Arial"/>
                <a:cs typeface="Arial"/>
              </a:defRPr>
            </a:defPPr>
          </a:lstStyle>
          <a:p xmlns:a="http://schemas.openxmlformats.org/drawingml/2006/main">
            <a:pPr>
              <a:defRPr sz="3450" b="1">
                <a:solidFill>
                  <a:srgbClr val="F7F5EF"/>
                </a:solidFill>
                <a:latin typeface="Arial"/>
                <a:ea typeface="Arial"/>
                <a:cs typeface="Arial"/>
              </a:defRPr>
            </a:pPr>
            <a:r>
              <a:rPr sz="3450" b="1">
                <a:solidFill>
                  <a:srgbClr val="F7F5EF"/>
                </a:solidFill>
                <a:latin typeface="Arial"/>
                <a:ea typeface="Arial"/>
                <a:cs typeface="Arial"/>
              </a:rPr>
              <a:t>Kısa ve etkileşimli çalışmalar</a:t>
            </a:r>
          </a:p>
        </p:txBody>
      </p:sp>
      <p:sp>
        <p:nvSpPr>
          <p:cNvPr id="2" name="">
            <a:extLst xmlns:a="http://schemas.openxmlformats.org/drawingml/2006/main">
              <a:ext uri="{FF2B5EF4-FFF2-40B4-BE49-F238E27FC236}">
                <a16:creationId xmlns:a16="http://schemas.microsoft.com/office/drawing/2014/main" id="{478D0D31-17AB-42F0-80B4-5AC052C72C0C}"/>
              </a:ext>
            </a:extLst>
          </p:cNvPr>
          <p:cNvSpPr>
            <a:spLocks xmlns:a="http://schemas.openxmlformats.org/drawingml/2006/main" noGrp="1"/>
          </p:cNvSpPr>
          <p:nvPr/>
        </p:nvSpPr>
        <p:spPr>
          <a:xfrm xmlns:a="http://schemas.openxmlformats.org/drawingml/2006/main">
            <a:off x="11239500"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7CDD4"/>
                </a:solidFill>
                <a:latin typeface="Arial"/>
                <a:ea typeface="Arial"/>
                <a:cs typeface="Arial"/>
              </a:defRPr>
            </a:defPPr>
          </a:lstStyle>
          <a:p xmlns:a="http://schemas.openxmlformats.org/drawingml/2006/main">
            <a:pPr>
              <a:defRPr sz="1350" b="0">
                <a:solidFill>
                  <a:srgbClr val="B7CDD4"/>
                </a:solidFill>
                <a:latin typeface="Arial"/>
                <a:ea typeface="Arial"/>
                <a:cs typeface="Arial"/>
              </a:defRPr>
            </a:pPr>
            <a:r>
              <a:rPr sz="1350" b="0">
                <a:solidFill>
                  <a:srgbClr val="B7CDD4"/>
                </a:solidFill>
                <a:latin typeface="Arial"/>
                <a:ea typeface="Arial"/>
                <a:cs typeface="Arial"/>
              </a:rPr>
              <a:t>05</a:t>
            </a:r>
          </a:p>
        </p:txBody>
      </p:sp>
      <p:pic>
        <p:nvPicPr>
          <p:cNvPr id="3" name="">
            <a:extLst xmlns:a="http://schemas.openxmlformats.org/drawingml/2006/main">
              <a:ext uri="{FF2B5EF4-FFF2-40B4-BE49-F238E27FC236}">
                <a16:creationId xmlns:a16="http://schemas.microsoft.com/office/drawing/2014/main" id="{0327638D-6403-40F8-9E99-E57FD0895CDB}"/>
              </a:ext>
            </a:extLst>
          </p:cNvPr>
          <p:cNvPicPr>
            <a:picLocks xmlns:a="http://schemas.openxmlformats.org/drawingml/2006/main" noChangeAspect="1"/>
          </p:cNvPicPr>
          <p:nvPr/>
        </p:nvPicPr>
        <p:blipFill>
          <a:blip xmlns:r="http://schemas.openxmlformats.org/officeDocument/2006/relationships" xmlns:a="http://schemas.openxmlformats.org/drawingml/2006/main" r:embed="R103edecc7edd4182"/>
          <a:stretch xmlns:a="http://schemas.openxmlformats.org/drawingml/2006/main"/>
        </p:blipFill>
        <p:spPr>
          <a:xfrm xmlns:a="http://schemas.openxmlformats.org/drawingml/2006/main">
            <a:off x="609852" y="1524000"/>
            <a:ext cx="5238247" cy="47434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B8E447C-974C-4383-A692-E3828365DC33}"/>
              </a:ext>
            </a:extLst>
          </p:cNvPr>
          <p:cNvSpPr>
            <a:spLocks xmlns:a="http://schemas.openxmlformats.org/drawingml/2006/main" noGrp="1"/>
          </p:cNvSpPr>
          <p:nvPr/>
        </p:nvSpPr>
        <p:spPr>
          <a:xfrm xmlns:a="http://schemas.openxmlformats.org/drawingml/2006/main">
            <a:off x="6391275" y="1581150"/>
            <a:ext cx="519112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52D7E8"/>
                </a:solidFill>
                <a:latin typeface="Arial"/>
                <a:ea typeface="Arial"/>
                <a:cs typeface="Arial"/>
              </a:defRPr>
            </a:defPPr>
          </a:lstStyle>
          <a:p xmlns:a="http://schemas.openxmlformats.org/drawingml/2006/main">
            <a:pPr>
              <a:defRPr sz="2850" b="1">
                <a:solidFill>
                  <a:srgbClr val="52D7E8"/>
                </a:solidFill>
                <a:latin typeface="Arial"/>
                <a:ea typeface="Arial"/>
                <a:cs typeface="Arial"/>
              </a:defRPr>
            </a:pPr>
            <a:r>
              <a:rPr sz="2850" b="1">
                <a:solidFill>
                  <a:srgbClr val="52D7E8"/>
                </a:solidFill>
                <a:latin typeface="Arial"/>
                <a:ea typeface="Arial"/>
                <a:cs typeface="Arial"/>
              </a:rPr>
              <a:t>Öğrenci cevabın</a:t>
            </a:r>
          </a:p>
          <a:p xmlns:a="http://schemas.openxmlformats.org/drawingml/2006/main">
            <a:pPr>
              <a:defRPr sz="2850" b="1">
                <a:solidFill>
                  <a:srgbClr val="52D7E8"/>
                </a:solidFill>
                <a:latin typeface="Arial"/>
                <a:ea typeface="Arial"/>
                <a:cs typeface="Arial"/>
              </a:defRPr>
            </a:pPr>
            <a:r>
              <a:rPr sz="2850" b="1">
                <a:solidFill>
                  <a:srgbClr val="52D7E8"/>
                </a:solidFill>
                <a:latin typeface="Arial"/>
                <a:ea typeface="Arial"/>
                <a:cs typeface="Arial"/>
              </a:rPr>
              <a:t>bir parçası olur</a:t>
            </a:r>
          </a:p>
        </p:txBody>
      </p:sp>
      <p:sp>
        <p:nvSpPr>
          <p:cNvPr id="5" name="">
            <a:extLst xmlns:a="http://schemas.openxmlformats.org/drawingml/2006/main">
              <a:ext uri="{FF2B5EF4-FFF2-40B4-BE49-F238E27FC236}">
                <a16:creationId xmlns:a16="http://schemas.microsoft.com/office/drawing/2014/main" id="{9202576A-E1D6-445A-9585-2B9B4D9C8360}"/>
              </a:ext>
            </a:extLst>
          </p:cNvPr>
          <p:cNvSpPr>
            <a:spLocks xmlns:a="http://schemas.openxmlformats.org/drawingml/2006/main" noGrp="1"/>
          </p:cNvSpPr>
          <p:nvPr/>
        </p:nvSpPr>
        <p:spPr>
          <a:xfrm xmlns:a="http://schemas.openxmlformats.org/drawingml/2006/main">
            <a:off x="6391275" y="2962275"/>
            <a:ext cx="51911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F7F5EF"/>
                </a:solidFill>
                <a:latin typeface="Arial"/>
                <a:ea typeface="Arial"/>
                <a:cs typeface="Arial"/>
              </a:defRPr>
            </a:defPPr>
          </a:lstStyle>
          <a:p xmlns:a="http://schemas.openxmlformats.org/drawingml/2006/main">
            <a:pPr>
              <a:defRPr sz="2025" b="0">
                <a:solidFill>
                  <a:srgbClr val="F7F5EF"/>
                </a:solidFill>
                <a:latin typeface="Arial"/>
                <a:ea typeface="Arial"/>
                <a:cs typeface="Arial"/>
              </a:defRPr>
            </a:pPr>
            <a:r>
              <a:rPr sz="2025" b="0">
                <a:solidFill>
                  <a:srgbClr val="F7F5EF"/>
                </a:solidFill>
                <a:latin typeface="Arial"/>
                <a:ea typeface="Arial"/>
                <a:cs typeface="Arial"/>
              </a:rPr>
              <a:t>Eşleştirme, sıralama, boşluk doldurma,</a:t>
            </a:r>
          </a:p>
          <a:p xmlns:a="http://schemas.openxmlformats.org/drawingml/2006/main">
            <a:pPr>
              <a:defRPr sz="2025" b="0">
                <a:solidFill>
                  <a:srgbClr val="F7F5EF"/>
                </a:solidFill>
                <a:latin typeface="Arial"/>
                <a:ea typeface="Arial"/>
                <a:cs typeface="Arial"/>
              </a:defRPr>
            </a:pPr>
            <a:r>
              <a:rPr sz="2025" b="0">
                <a:solidFill>
                  <a:srgbClr val="F7F5EF"/>
                </a:solidFill>
                <a:latin typeface="Arial"/>
                <a:ea typeface="Arial"/>
                <a:cs typeface="Arial"/>
              </a:rPr>
              <a:t>doğru / yanlış, kategorilere ayırma</a:t>
            </a:r>
          </a:p>
          <a:p xmlns:a="http://schemas.openxmlformats.org/drawingml/2006/main">
            <a:pPr>
              <a:defRPr sz="2025" b="0">
                <a:solidFill>
                  <a:srgbClr val="F7F5EF"/>
                </a:solidFill>
                <a:latin typeface="Arial"/>
                <a:ea typeface="Arial"/>
                <a:cs typeface="Arial"/>
              </a:defRPr>
            </a:pPr>
            <a:r>
              <a:rPr sz="2025" b="0">
                <a:solidFill>
                  <a:srgbClr val="F7F5EF"/>
                </a:solidFill>
                <a:latin typeface="Arial"/>
                <a:ea typeface="Arial"/>
                <a:cs typeface="Arial"/>
              </a:rPr>
              <a:t>ve görsel bölge seçme</a:t>
            </a:r>
          </a:p>
        </p:txBody>
      </p:sp>
      <p:sp>
        <p:nvSpPr>
          <p:cNvPr id="6" name="">
            <a:extLst xmlns:a="http://schemas.openxmlformats.org/drawingml/2006/main">
              <a:ext uri="{FF2B5EF4-FFF2-40B4-BE49-F238E27FC236}">
                <a16:creationId xmlns:a16="http://schemas.microsoft.com/office/drawing/2014/main" id="{433CD9F7-6913-4A11-84E8-B4771903520E}"/>
              </a:ext>
            </a:extLst>
          </p:cNvPr>
          <p:cNvSpPr>
            <a:spLocks xmlns:a="http://schemas.openxmlformats.org/drawingml/2006/main" noGrp="1"/>
          </p:cNvSpPr>
          <p:nvPr/>
        </p:nvSpPr>
        <p:spPr>
          <a:xfrm xmlns:a="http://schemas.openxmlformats.org/drawingml/2006/main">
            <a:off x="6391275" y="4800600"/>
            <a:ext cx="51911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B7CDD4"/>
                </a:solidFill>
                <a:latin typeface="Arial"/>
                <a:ea typeface="Arial"/>
                <a:cs typeface="Arial"/>
              </a:defRPr>
            </a:defPPr>
          </a:lstStyle>
          <a:p xmlns:a="http://schemas.openxmlformats.org/drawingml/2006/main">
            <a:pPr>
              <a:defRPr sz="2100" b="0">
                <a:solidFill>
                  <a:srgbClr val="B7CDD4"/>
                </a:solidFill>
                <a:latin typeface="Arial"/>
                <a:ea typeface="Arial"/>
                <a:cs typeface="Arial"/>
              </a:defRPr>
            </a:pPr>
            <a:r>
              <a:rPr sz="2100" b="0">
                <a:solidFill>
                  <a:srgbClr val="B7CDD4"/>
                </a:solidFill>
                <a:latin typeface="Arial"/>
                <a:ea typeface="Arial"/>
                <a:cs typeface="Arial"/>
              </a:rPr>
              <a:t>Anında geri bildirim</a:t>
            </a:r>
          </a:p>
          <a:p xmlns:a="http://schemas.openxmlformats.org/drawingml/2006/main">
            <a:pPr>
              <a:defRPr sz="2100" b="0">
                <a:solidFill>
                  <a:srgbClr val="B7CDD4"/>
                </a:solidFill>
                <a:latin typeface="Arial"/>
                <a:ea typeface="Arial"/>
                <a:cs typeface="Arial"/>
              </a:defRPr>
            </a:pPr>
            <a:r>
              <a:rPr sz="2100" b="0">
                <a:solidFill>
                  <a:srgbClr val="B7CDD4"/>
                </a:solidFill>
                <a:latin typeface="Arial"/>
                <a:ea typeface="Arial"/>
                <a:cs typeface="Arial"/>
              </a:rPr>
              <a:t>Yanlışlara yeniden çalışma</a:t>
            </a:r>
          </a:p>
          <a:p xmlns:a="http://schemas.openxmlformats.org/drawingml/2006/main">
            <a:pPr>
              <a:defRPr sz="2100" b="0">
                <a:solidFill>
                  <a:srgbClr val="B7CDD4"/>
                </a:solidFill>
                <a:latin typeface="Arial"/>
                <a:ea typeface="Arial"/>
                <a:cs typeface="Arial"/>
              </a:defRPr>
            </a:pPr>
            <a:r>
              <a:rPr sz="2100" b="0">
                <a:solidFill>
                  <a:srgbClr val="B7CDD4"/>
                </a:solidFill>
                <a:latin typeface="Arial"/>
                <a:ea typeface="Arial"/>
                <a:cs typeface="Arial"/>
              </a:rPr>
              <a:t>İhtiyaca göre günlük plan</a:t>
            </a:r>
          </a:p>
        </p:txBody>
      </p:sp>
    </p:spTree>
    <p:extLst>
      <p:ext uri="{BB962C8B-B14F-4D97-AF65-F5344CB8AC3E}">
        <p14:creationId xmlns:p14="http://schemas.microsoft.com/office/powerpoint/2010/main" val="1316699096"/>
      </p:ext>
    </p:extLst>
  </p:cSld>
</p:sld>
</file>

<file path=ppt/slides/slide6.xml><?xml version="1.0" encoding="utf-8"?>
<p:sld xmlns:p="http://schemas.openxmlformats.org/presentationml/2006/main">
  <p:cSld>
    <p:bg>
      <p:bgPr>
        <a:solidFill xmlns:a="http://schemas.openxmlformats.org/drawingml/2006/main">
          <a:srgbClr val="10233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69BABAB-30BA-4B63-856D-23CFE50FAA65}"/>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7F5EF"/>
                </a:solidFill>
                <a:latin typeface="Arial"/>
                <a:ea typeface="Arial"/>
                <a:cs typeface="Arial"/>
              </a:defRPr>
            </a:defPPr>
          </a:lstStyle>
          <a:p xmlns:a="http://schemas.openxmlformats.org/drawingml/2006/main">
            <a:pPr>
              <a:defRPr sz="3450" b="1">
                <a:solidFill>
                  <a:srgbClr val="F7F5EF"/>
                </a:solidFill>
                <a:latin typeface="Arial"/>
                <a:ea typeface="Arial"/>
                <a:cs typeface="Arial"/>
              </a:defRPr>
            </a:pPr>
            <a:r>
              <a:rPr sz="3450" b="1">
                <a:solidFill>
                  <a:srgbClr val="F7F5EF"/>
                </a:solidFill>
                <a:latin typeface="Arial"/>
                <a:ea typeface="Arial"/>
                <a:cs typeface="Arial"/>
              </a:rPr>
              <a:t>Devam etmeyi destekleyen özellikler</a:t>
            </a:r>
          </a:p>
        </p:txBody>
      </p:sp>
      <p:sp>
        <p:nvSpPr>
          <p:cNvPr id="2" name="">
            <a:extLst xmlns:a="http://schemas.openxmlformats.org/drawingml/2006/main">
              <a:ext uri="{FF2B5EF4-FFF2-40B4-BE49-F238E27FC236}">
                <a16:creationId xmlns:a16="http://schemas.microsoft.com/office/drawing/2014/main" id="{E35F114B-466A-4CAB-99DE-8B981C82EF5D}"/>
              </a:ext>
            </a:extLst>
          </p:cNvPr>
          <p:cNvSpPr>
            <a:spLocks xmlns:a="http://schemas.openxmlformats.org/drawingml/2006/main" noGrp="1"/>
          </p:cNvSpPr>
          <p:nvPr/>
        </p:nvSpPr>
        <p:spPr>
          <a:xfrm xmlns:a="http://schemas.openxmlformats.org/drawingml/2006/main">
            <a:off x="11239500"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7CDD4"/>
                </a:solidFill>
                <a:latin typeface="Arial"/>
                <a:ea typeface="Arial"/>
                <a:cs typeface="Arial"/>
              </a:defRPr>
            </a:defPPr>
          </a:lstStyle>
          <a:p xmlns:a="http://schemas.openxmlformats.org/drawingml/2006/main">
            <a:pPr>
              <a:defRPr sz="1350" b="0">
                <a:solidFill>
                  <a:srgbClr val="B7CDD4"/>
                </a:solidFill>
                <a:latin typeface="Arial"/>
                <a:ea typeface="Arial"/>
                <a:cs typeface="Arial"/>
              </a:defRPr>
            </a:pPr>
            <a:r>
              <a:rPr sz="1350" b="0">
                <a:solidFill>
                  <a:srgbClr val="B7CDD4"/>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6922BC64-77E9-4219-A70B-1185AD792036}"/>
              </a:ext>
            </a:extLst>
          </p:cNvPr>
          <p:cNvSpPr>
            <a:spLocks xmlns:a="http://schemas.openxmlformats.org/drawingml/2006/main" noGrp="1"/>
          </p:cNvSpPr>
          <p:nvPr/>
        </p:nvSpPr>
        <p:spPr>
          <a:xfrm xmlns:a="http://schemas.openxmlformats.org/drawingml/2006/main">
            <a:off x="609600" y="1628775"/>
            <a:ext cx="4343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52D7E8"/>
                </a:solidFill>
                <a:latin typeface="Arial"/>
                <a:ea typeface="Arial"/>
                <a:cs typeface="Arial"/>
              </a:defRPr>
            </a:defPPr>
          </a:lstStyle>
          <a:p xmlns:a="http://schemas.openxmlformats.org/drawingml/2006/main">
            <a:pPr>
              <a:defRPr sz="2400" b="1">
                <a:solidFill>
                  <a:srgbClr val="52D7E8"/>
                </a:solidFill>
                <a:latin typeface="Arial"/>
                <a:ea typeface="Arial"/>
                <a:cs typeface="Arial"/>
              </a:defRPr>
            </a:pPr>
            <a:r>
              <a:rPr sz="2400" b="1">
                <a:solidFill>
                  <a:srgbClr val="52D7E8"/>
                </a:solidFill>
                <a:latin typeface="Arial"/>
                <a:ea typeface="Arial"/>
                <a:cs typeface="Arial"/>
              </a:rPr>
              <a:t>Günlük hedef ve seri</a:t>
            </a:r>
          </a:p>
        </p:txBody>
      </p:sp>
      <p:sp>
        <p:nvSpPr>
          <p:cNvPr id="4" name="">
            <a:extLst xmlns:a="http://schemas.openxmlformats.org/drawingml/2006/main">
              <a:ext uri="{FF2B5EF4-FFF2-40B4-BE49-F238E27FC236}">
                <a16:creationId xmlns:a16="http://schemas.microsoft.com/office/drawing/2014/main" id="{70488F99-B4E5-4292-BC3E-DA2869C624D3}"/>
              </a:ext>
            </a:extLst>
          </p:cNvPr>
          <p:cNvSpPr>
            <a:spLocks xmlns:a="http://schemas.openxmlformats.org/drawingml/2006/main" noGrp="1"/>
          </p:cNvSpPr>
          <p:nvPr/>
        </p:nvSpPr>
        <p:spPr>
          <a:xfrm xmlns:a="http://schemas.openxmlformats.org/drawingml/2006/main">
            <a:off x="609600" y="2371725"/>
            <a:ext cx="4286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7F5EF"/>
                </a:solidFill>
                <a:latin typeface="Arial"/>
                <a:ea typeface="Arial"/>
                <a:cs typeface="Arial"/>
              </a:defRPr>
            </a:defPPr>
          </a:lstStyle>
          <a:p xmlns:a="http://schemas.openxmlformats.org/drawingml/2006/main">
            <a:pPr>
              <a:defRPr sz="2100" b="0">
                <a:solidFill>
                  <a:srgbClr val="F7F5EF"/>
                </a:solidFill>
                <a:latin typeface="Arial"/>
                <a:ea typeface="Arial"/>
                <a:cs typeface="Arial"/>
              </a:defRPr>
            </a:pPr>
            <a:r>
              <a:rPr sz="2100" b="0">
                <a:solidFill>
                  <a:srgbClr val="F7F5EF"/>
                </a:solidFill>
                <a:latin typeface="Arial"/>
                <a:ea typeface="Arial"/>
                <a:cs typeface="Arial"/>
              </a:rPr>
              <a:t>Çalışmayı sürdürmek için</a:t>
            </a:r>
          </a:p>
          <a:p xmlns:a="http://schemas.openxmlformats.org/drawingml/2006/main">
            <a:pPr>
              <a:defRPr sz="2100" b="0">
                <a:solidFill>
                  <a:srgbClr val="F7F5EF"/>
                </a:solidFill>
                <a:latin typeface="Arial"/>
                <a:ea typeface="Arial"/>
                <a:cs typeface="Arial"/>
              </a:defRPr>
            </a:pPr>
            <a:r>
              <a:rPr sz="2100" b="0">
                <a:solidFill>
                  <a:srgbClr val="F7F5EF"/>
                </a:solidFill>
                <a:latin typeface="Arial"/>
                <a:ea typeface="Arial"/>
                <a:cs typeface="Arial"/>
              </a:rPr>
              <a:t>görünür bir ilerleme</a:t>
            </a:r>
          </a:p>
        </p:txBody>
      </p:sp>
      <p:sp>
        <p:nvSpPr>
          <p:cNvPr id="5" name="">
            <a:extLst xmlns:a="http://schemas.openxmlformats.org/drawingml/2006/main">
              <a:ext uri="{FF2B5EF4-FFF2-40B4-BE49-F238E27FC236}">
                <a16:creationId xmlns:a16="http://schemas.microsoft.com/office/drawing/2014/main" id="{0E410107-0AB0-4908-ACC0-B0718B1B1371}"/>
              </a:ext>
            </a:extLst>
          </p:cNvPr>
          <p:cNvSpPr>
            <a:spLocks xmlns:a="http://schemas.openxmlformats.org/drawingml/2006/main" noGrp="1"/>
          </p:cNvSpPr>
          <p:nvPr/>
        </p:nvSpPr>
        <p:spPr>
          <a:xfrm xmlns:a="http://schemas.openxmlformats.org/drawingml/2006/main">
            <a:off x="609600" y="3781425"/>
            <a:ext cx="443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52D7E8"/>
                </a:solidFill>
                <a:latin typeface="Arial"/>
                <a:ea typeface="Arial"/>
                <a:cs typeface="Arial"/>
              </a:defRPr>
            </a:defPPr>
          </a:lstStyle>
          <a:p xmlns:a="http://schemas.openxmlformats.org/drawingml/2006/main">
            <a:pPr>
              <a:defRPr sz="2400" b="1">
                <a:solidFill>
                  <a:srgbClr val="52D7E8"/>
                </a:solidFill>
                <a:latin typeface="Arial"/>
                <a:ea typeface="Arial"/>
                <a:cs typeface="Arial"/>
              </a:defRPr>
            </a:pPr>
            <a:r>
              <a:rPr sz="2400" b="1">
                <a:solidFill>
                  <a:srgbClr val="52D7E8"/>
                </a:solidFill>
                <a:latin typeface="Arial"/>
                <a:ea typeface="Arial"/>
                <a:cs typeface="Arial"/>
              </a:rPr>
              <a:t>XP ve kişiselleştirme</a:t>
            </a:r>
          </a:p>
        </p:txBody>
      </p:sp>
      <p:sp>
        <p:nvSpPr>
          <p:cNvPr id="6" name="">
            <a:extLst xmlns:a="http://schemas.openxmlformats.org/drawingml/2006/main">
              <a:ext uri="{FF2B5EF4-FFF2-40B4-BE49-F238E27FC236}">
                <a16:creationId xmlns:a16="http://schemas.microsoft.com/office/drawing/2014/main" id="{8B70EEEC-5873-4E09-B8EA-AC5D2FC6C671}"/>
              </a:ext>
            </a:extLst>
          </p:cNvPr>
          <p:cNvSpPr>
            <a:spLocks xmlns:a="http://schemas.openxmlformats.org/drawingml/2006/main" noGrp="1"/>
          </p:cNvSpPr>
          <p:nvPr/>
        </p:nvSpPr>
        <p:spPr>
          <a:xfrm xmlns:a="http://schemas.openxmlformats.org/drawingml/2006/main">
            <a:off x="609600" y="4514850"/>
            <a:ext cx="4286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7F5EF"/>
                </a:solidFill>
                <a:latin typeface="Arial"/>
                <a:ea typeface="Arial"/>
                <a:cs typeface="Arial"/>
              </a:defRPr>
            </a:defPPr>
          </a:lstStyle>
          <a:p xmlns:a="http://schemas.openxmlformats.org/drawingml/2006/main">
            <a:pPr>
              <a:defRPr sz="2100" b="0">
                <a:solidFill>
                  <a:srgbClr val="F7F5EF"/>
                </a:solidFill>
                <a:latin typeface="Arial"/>
                <a:ea typeface="Arial"/>
                <a:cs typeface="Arial"/>
              </a:defRPr>
            </a:pPr>
            <a:r>
              <a:rPr sz="2100" b="0">
                <a:solidFill>
                  <a:srgbClr val="F7F5EF"/>
                </a:solidFill>
                <a:latin typeface="Arial"/>
                <a:ea typeface="Arial"/>
                <a:cs typeface="Arial"/>
              </a:rPr>
              <a:t>Seviyeler, penguen kıyafetleri</a:t>
            </a:r>
          </a:p>
          <a:p xmlns:a="http://schemas.openxmlformats.org/drawingml/2006/main">
            <a:pPr>
              <a:defRPr sz="2100" b="0">
                <a:solidFill>
                  <a:srgbClr val="F7F5EF"/>
                </a:solidFill>
                <a:latin typeface="Arial"/>
                <a:ea typeface="Arial"/>
                <a:cs typeface="Arial"/>
              </a:defRPr>
            </a:pPr>
            <a:r>
              <a:rPr sz="2100" b="0">
                <a:solidFill>
                  <a:srgbClr val="F7F5EF"/>
                </a:solidFill>
                <a:latin typeface="Arial"/>
                <a:ea typeface="Arial"/>
                <a:cs typeface="Arial"/>
              </a:rPr>
              <a:t>ve temalar</a:t>
            </a:r>
          </a:p>
        </p:txBody>
      </p:sp>
      <p:pic>
        <p:nvPicPr>
          <p:cNvPr id="7" name="">
            <a:extLst xmlns:a="http://schemas.openxmlformats.org/drawingml/2006/main">
              <a:ext uri="{FF2B5EF4-FFF2-40B4-BE49-F238E27FC236}">
                <a16:creationId xmlns:a16="http://schemas.microsoft.com/office/drawing/2014/main" id="{A4FA7DF3-BC70-4F88-80F5-136FD9FAA316}"/>
              </a:ext>
            </a:extLst>
          </p:cNvPr>
          <p:cNvPicPr>
            <a:picLocks xmlns:a="http://schemas.openxmlformats.org/drawingml/2006/main" noChangeAspect="1"/>
          </p:cNvPicPr>
          <p:nvPr/>
        </p:nvPicPr>
        <p:blipFill>
          <a:blip xmlns:r="http://schemas.openxmlformats.org/officeDocument/2006/relationships" xmlns:a="http://schemas.openxmlformats.org/drawingml/2006/main" r:embed="R248fbfa331bb4cb3"/>
          <a:stretch xmlns:a="http://schemas.openxmlformats.org/drawingml/2006/main"/>
        </p:blipFill>
        <p:spPr>
          <a:xfrm xmlns:a="http://schemas.openxmlformats.org/drawingml/2006/main">
            <a:off x="5288614" y="1552575"/>
            <a:ext cx="6301072" cy="41910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5B15950-6181-45D9-A5D2-4BB73835C8CF}"/>
              </a:ext>
            </a:extLst>
          </p:cNvPr>
          <p:cNvSpPr>
            <a:spLocks xmlns:a="http://schemas.openxmlformats.org/drawingml/2006/main" noGrp="1"/>
          </p:cNvSpPr>
          <p:nvPr/>
        </p:nvSpPr>
        <p:spPr>
          <a:xfrm xmlns:a="http://schemas.openxmlformats.org/drawingml/2006/main">
            <a:off x="5524500" y="5905500"/>
            <a:ext cx="60483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B7CDD4"/>
                </a:solidFill>
                <a:latin typeface="Arial"/>
                <a:ea typeface="Arial"/>
                <a:cs typeface="Arial"/>
              </a:defRPr>
            </a:defPPr>
          </a:lstStyle>
          <a:p xmlns:a="http://schemas.openxmlformats.org/drawingml/2006/main">
            <a:pPr>
              <a:defRPr sz="1950" b="0">
                <a:solidFill>
                  <a:srgbClr val="B7CDD4"/>
                </a:solidFill>
                <a:latin typeface="Arial"/>
                <a:ea typeface="Arial"/>
                <a:cs typeface="Arial"/>
              </a:defRPr>
            </a:pPr>
            <a:r>
              <a:rPr sz="1950" b="0">
                <a:solidFill>
                  <a:srgbClr val="B7CDD4"/>
                </a:solidFill>
                <a:latin typeface="Arial"/>
                <a:ea typeface="Arial"/>
                <a:cs typeface="Arial"/>
              </a:rPr>
              <a:t>Arkadaşlarla maç ve haftalık lig</a:t>
            </a:r>
          </a:p>
        </p:txBody>
      </p:sp>
    </p:spTree>
    <p:extLst>
      <p:ext uri="{BB962C8B-B14F-4D97-AF65-F5344CB8AC3E}">
        <p14:creationId xmlns:p14="http://schemas.microsoft.com/office/powerpoint/2010/main" val="1375484690"/>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C3DC22F-1E82-4F54-993A-DC8DC31FE3E6}"/>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8362D"/>
                </a:solidFill>
                <a:latin typeface="Arial"/>
                <a:ea typeface="Arial"/>
                <a:cs typeface="Arial"/>
              </a:defRPr>
            </a:defPPr>
          </a:lstStyle>
          <a:p xmlns:a="http://schemas.openxmlformats.org/drawingml/2006/main">
            <a:pPr>
              <a:defRPr sz="3450" b="1">
                <a:solidFill>
                  <a:srgbClr val="18362D"/>
                </a:solidFill>
                <a:latin typeface="Arial"/>
                <a:ea typeface="Arial"/>
                <a:cs typeface="Arial"/>
              </a:defRPr>
            </a:pPr>
            <a:r>
              <a:rPr sz="3450" b="1">
                <a:solidFill>
                  <a:srgbClr val="18362D"/>
                </a:solidFill>
                <a:latin typeface="Arial"/>
                <a:ea typeface="Arial"/>
                <a:cs typeface="Arial"/>
              </a:rPr>
              <a:t>Öğretmen için takip ve kontrol</a:t>
            </a:r>
          </a:p>
        </p:txBody>
      </p:sp>
      <p:sp>
        <p:nvSpPr>
          <p:cNvPr id="2" name="">
            <a:extLst xmlns:a="http://schemas.openxmlformats.org/drawingml/2006/main">
              <a:ext uri="{FF2B5EF4-FFF2-40B4-BE49-F238E27FC236}">
                <a16:creationId xmlns:a16="http://schemas.microsoft.com/office/drawing/2014/main" id="{3922E38D-44CA-47D7-9612-32EF4224D8DC}"/>
              </a:ext>
            </a:extLst>
          </p:cNvPr>
          <p:cNvSpPr>
            <a:spLocks xmlns:a="http://schemas.openxmlformats.org/drawingml/2006/main" noGrp="1"/>
          </p:cNvSpPr>
          <p:nvPr/>
        </p:nvSpPr>
        <p:spPr>
          <a:xfrm xmlns:a="http://schemas.openxmlformats.org/drawingml/2006/main">
            <a:off x="11239500"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96C62"/>
                </a:solidFill>
                <a:latin typeface="Arial"/>
                <a:ea typeface="Arial"/>
                <a:cs typeface="Arial"/>
              </a:defRPr>
            </a:defPPr>
          </a:lstStyle>
          <a:p xmlns:a="http://schemas.openxmlformats.org/drawingml/2006/main">
            <a:pPr>
              <a:defRPr sz="1350" b="0">
                <a:solidFill>
                  <a:srgbClr val="596C62"/>
                </a:solidFill>
                <a:latin typeface="Arial"/>
                <a:ea typeface="Arial"/>
                <a:cs typeface="Arial"/>
              </a:defRPr>
            </a:pPr>
            <a:r>
              <a:rPr sz="1350" b="0">
                <a:solidFill>
                  <a:srgbClr val="596C62"/>
                </a:solidFill>
                <a:latin typeface="Arial"/>
                <a:ea typeface="Arial"/>
                <a:cs typeface="Arial"/>
              </a:rPr>
              <a:t>07</a:t>
            </a:r>
          </a:p>
        </p:txBody>
      </p:sp>
      <p:pic>
        <p:nvPicPr>
          <p:cNvPr id="3" name="">
            <a:extLst xmlns:a="http://schemas.openxmlformats.org/drawingml/2006/main">
              <a:ext uri="{FF2B5EF4-FFF2-40B4-BE49-F238E27FC236}">
                <a16:creationId xmlns:a16="http://schemas.microsoft.com/office/drawing/2014/main" id="{F366735A-14AE-4732-A566-18977D85332A}"/>
              </a:ext>
            </a:extLst>
          </p:cNvPr>
          <p:cNvPicPr>
            <a:picLocks xmlns:a="http://schemas.openxmlformats.org/drawingml/2006/main" noChangeAspect="1"/>
          </p:cNvPicPr>
          <p:nvPr/>
        </p:nvPicPr>
        <p:blipFill>
          <a:blip xmlns:r="http://schemas.openxmlformats.org/officeDocument/2006/relationships" xmlns:a="http://schemas.openxmlformats.org/drawingml/2006/main" r:embed="R9abce88a8f4f4100"/>
          <a:stretch xmlns:a="http://schemas.openxmlformats.org/drawingml/2006/main"/>
        </p:blipFill>
        <p:spPr>
          <a:xfrm xmlns:a="http://schemas.openxmlformats.org/drawingml/2006/main">
            <a:off x="609600" y="1648037"/>
            <a:ext cx="7924800" cy="4419177"/>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95B580D-86AA-4820-87CE-FC1C05DA7BC8}"/>
              </a:ext>
            </a:extLst>
          </p:cNvPr>
          <p:cNvSpPr>
            <a:spLocks xmlns:a="http://schemas.openxmlformats.org/drawingml/2006/main" noGrp="1"/>
          </p:cNvSpPr>
          <p:nvPr/>
        </p:nvSpPr>
        <p:spPr>
          <a:xfrm xmlns:a="http://schemas.openxmlformats.org/drawingml/2006/main">
            <a:off x="9010650" y="1752600"/>
            <a:ext cx="26860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8362D"/>
                </a:solidFill>
                <a:latin typeface="Arial"/>
                <a:ea typeface="Arial"/>
                <a:cs typeface="Arial"/>
              </a:defRPr>
            </a:defPPr>
          </a:lstStyle>
          <a:p xmlns:a="http://schemas.openxmlformats.org/drawingml/2006/main">
            <a:pPr>
              <a:defRPr sz="2250" b="1">
                <a:solidFill>
                  <a:srgbClr val="18362D"/>
                </a:solidFill>
                <a:latin typeface="Arial"/>
                <a:ea typeface="Arial"/>
                <a:cs typeface="Arial"/>
              </a:defRPr>
            </a:pPr>
            <a:r>
              <a:rPr sz="2250" b="1">
                <a:solidFill>
                  <a:srgbClr val="18362D"/>
                </a:solidFill>
                <a:latin typeface="Arial"/>
                <a:ea typeface="Arial"/>
                <a:cs typeface="Arial"/>
              </a:rPr>
              <a:t>İçerikleri inceler</a:t>
            </a:r>
          </a:p>
        </p:txBody>
      </p:sp>
      <p:sp>
        <p:nvSpPr>
          <p:cNvPr id="5" name="">
            <a:extLst xmlns:a="http://schemas.openxmlformats.org/drawingml/2006/main">
              <a:ext uri="{FF2B5EF4-FFF2-40B4-BE49-F238E27FC236}">
                <a16:creationId xmlns:a16="http://schemas.microsoft.com/office/drawing/2014/main" id="{6D2E543C-0624-40A4-84A0-8F565D47975C}"/>
              </a:ext>
            </a:extLst>
          </p:cNvPr>
          <p:cNvSpPr>
            <a:spLocks xmlns:a="http://schemas.openxmlformats.org/drawingml/2006/main" noGrp="1"/>
          </p:cNvSpPr>
          <p:nvPr/>
        </p:nvSpPr>
        <p:spPr>
          <a:xfrm xmlns:a="http://schemas.openxmlformats.org/drawingml/2006/main">
            <a:off x="9010650" y="2886075"/>
            <a:ext cx="2686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62D"/>
                </a:solidFill>
                <a:latin typeface="Arial"/>
                <a:ea typeface="Arial"/>
                <a:cs typeface="Arial"/>
              </a:defRPr>
            </a:defPPr>
          </a:lstStyle>
          <a:p xmlns:a="http://schemas.openxmlformats.org/drawingml/2006/main">
            <a:pPr>
              <a:defRPr sz="2175" b="0">
                <a:solidFill>
                  <a:srgbClr val="18362D"/>
                </a:solidFill>
                <a:latin typeface="Arial"/>
                <a:ea typeface="Arial"/>
                <a:cs typeface="Arial"/>
              </a:defRPr>
            </a:pPr>
            <a:r>
              <a:rPr sz="2175" b="0">
                <a:solidFill>
                  <a:srgbClr val="18362D"/>
                </a:solidFill>
                <a:latin typeface="Arial"/>
                <a:ea typeface="Arial"/>
                <a:cs typeface="Arial"/>
              </a:rPr>
              <a:t>Kazanım bazında</a:t>
            </a:r>
          </a:p>
          <a:p xmlns:a="http://schemas.openxmlformats.org/drawingml/2006/main">
            <a:pPr>
              <a:defRPr sz="2175" b="0">
                <a:solidFill>
                  <a:srgbClr val="18362D"/>
                </a:solidFill>
                <a:latin typeface="Arial"/>
                <a:ea typeface="Arial"/>
                <a:cs typeface="Arial"/>
              </a:defRPr>
            </a:pPr>
            <a:r>
              <a:rPr sz="2175" b="0">
                <a:solidFill>
                  <a:srgbClr val="18362D"/>
                </a:solidFill>
                <a:latin typeface="Arial"/>
                <a:ea typeface="Arial"/>
                <a:cs typeface="Arial"/>
              </a:rPr>
              <a:t>eksikleri görür</a:t>
            </a:r>
          </a:p>
        </p:txBody>
      </p:sp>
      <p:sp>
        <p:nvSpPr>
          <p:cNvPr id="6" name="">
            <a:extLst xmlns:a="http://schemas.openxmlformats.org/drawingml/2006/main">
              <a:ext uri="{FF2B5EF4-FFF2-40B4-BE49-F238E27FC236}">
                <a16:creationId xmlns:a16="http://schemas.microsoft.com/office/drawing/2014/main" id="{CF25823C-5E7F-421B-91F4-61EF6AAFD36A}"/>
              </a:ext>
            </a:extLst>
          </p:cNvPr>
          <p:cNvSpPr>
            <a:spLocks xmlns:a="http://schemas.openxmlformats.org/drawingml/2006/main" noGrp="1"/>
          </p:cNvSpPr>
          <p:nvPr/>
        </p:nvSpPr>
        <p:spPr>
          <a:xfrm xmlns:a="http://schemas.openxmlformats.org/drawingml/2006/main">
            <a:off x="9010650" y="4114800"/>
            <a:ext cx="26860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8362D"/>
                </a:solidFill>
                <a:latin typeface="Arial"/>
                <a:ea typeface="Arial"/>
                <a:cs typeface="Arial"/>
              </a:defRPr>
            </a:defPPr>
          </a:lstStyle>
          <a:p xmlns:a="http://schemas.openxmlformats.org/drawingml/2006/main">
            <a:pPr>
              <a:defRPr sz="2175" b="0">
                <a:solidFill>
                  <a:srgbClr val="18362D"/>
                </a:solidFill>
                <a:latin typeface="Arial"/>
                <a:ea typeface="Arial"/>
                <a:cs typeface="Arial"/>
              </a:defRPr>
            </a:pPr>
            <a:r>
              <a:rPr sz="2175" b="0">
                <a:solidFill>
                  <a:srgbClr val="18362D"/>
                </a:solidFill>
                <a:latin typeface="Arial"/>
                <a:ea typeface="Arial"/>
                <a:cs typeface="Arial"/>
              </a:rPr>
              <a:t>Ödev ve geri</a:t>
            </a:r>
          </a:p>
          <a:p xmlns:a="http://schemas.openxmlformats.org/drawingml/2006/main">
            <a:pPr>
              <a:defRPr sz="2175" b="0">
                <a:solidFill>
                  <a:srgbClr val="18362D"/>
                </a:solidFill>
                <a:latin typeface="Arial"/>
                <a:ea typeface="Arial"/>
                <a:cs typeface="Arial"/>
              </a:defRPr>
            </a:pPr>
            <a:r>
              <a:rPr sz="2175" b="0">
                <a:solidFill>
                  <a:srgbClr val="18362D"/>
                </a:solidFill>
                <a:latin typeface="Arial"/>
                <a:ea typeface="Arial"/>
                <a:cs typeface="Arial"/>
              </a:rPr>
              <a:t>bildirimleri yönetir</a:t>
            </a:r>
          </a:p>
        </p:txBody>
      </p:sp>
      <p:sp>
        <p:nvSpPr>
          <p:cNvPr id="7" name="">
            <a:extLst xmlns:a="http://schemas.openxmlformats.org/drawingml/2006/main">
              <a:ext uri="{FF2B5EF4-FFF2-40B4-BE49-F238E27FC236}">
                <a16:creationId xmlns:a16="http://schemas.microsoft.com/office/drawing/2014/main" id="{32A1869E-2750-4955-A3E0-3F12CD974133}"/>
              </a:ext>
            </a:extLst>
          </p:cNvPr>
          <p:cNvSpPr>
            <a:spLocks xmlns:a="http://schemas.openxmlformats.org/drawingml/2006/main" noGrp="1"/>
          </p:cNvSpPr>
          <p:nvPr/>
        </p:nvSpPr>
        <p:spPr>
          <a:xfrm xmlns:a="http://schemas.openxmlformats.org/drawingml/2006/main">
            <a:off x="9010650" y="5486400"/>
            <a:ext cx="26860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8362D"/>
                </a:solidFill>
                <a:latin typeface="Arial"/>
                <a:ea typeface="Arial"/>
                <a:cs typeface="Arial"/>
              </a:defRPr>
            </a:defPPr>
          </a:lstStyle>
          <a:p xmlns:a="http://schemas.openxmlformats.org/drawingml/2006/main">
            <a:pPr>
              <a:defRPr sz="2100" b="0">
                <a:solidFill>
                  <a:srgbClr val="18362D"/>
                </a:solidFill>
                <a:latin typeface="Arial"/>
                <a:ea typeface="Arial"/>
                <a:cs typeface="Arial"/>
              </a:defRPr>
            </a:pPr>
            <a:r>
              <a:rPr sz="2100" b="0">
                <a:solidFill>
                  <a:srgbClr val="18362D"/>
                </a:solidFill>
                <a:latin typeface="Arial"/>
                <a:ea typeface="Arial"/>
                <a:cs typeface="Arial"/>
              </a:rPr>
              <a:t>Not defterini takip eder</a:t>
            </a:r>
          </a:p>
        </p:txBody>
      </p:sp>
    </p:spTree>
    <p:extLst>
      <p:ext uri="{BB962C8B-B14F-4D97-AF65-F5344CB8AC3E}">
        <p14:creationId xmlns:p14="http://schemas.microsoft.com/office/powerpoint/2010/main" val="258922529"/>
      </p:ext>
    </p:extLst>
  </p:cSld>
</p:sld>
</file>

<file path=ppt/slides/slide8.xml><?xml version="1.0" encoding="utf-8"?>
<p:sld xmlns:p="http://schemas.openxmlformats.org/presentationml/2006/main">
  <p:cSld>
    <p:bg>
      <p:bgPr>
        <a:solidFill xmlns:a="http://schemas.openxmlformats.org/drawingml/2006/main">
          <a:srgbClr val="10233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E7CC63-6017-4493-82F0-FBD6B88A3EF1}"/>
              </a:ext>
            </a:extLst>
          </p:cNvPr>
          <p:cNvSpPr>
            <a:spLocks xmlns:a="http://schemas.openxmlformats.org/drawingml/2006/main" noGrp="1"/>
          </p:cNvSpPr>
          <p:nvPr/>
        </p:nvSpPr>
        <p:spPr>
          <a:xfrm xmlns:a="http://schemas.openxmlformats.org/drawingml/2006/main">
            <a:off x="609600" y="457200"/>
            <a:ext cx="1085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7F5EF"/>
                </a:solidFill>
                <a:latin typeface="Arial"/>
                <a:ea typeface="Arial"/>
                <a:cs typeface="Arial"/>
              </a:defRPr>
            </a:defPPr>
          </a:lstStyle>
          <a:p xmlns:a="http://schemas.openxmlformats.org/drawingml/2006/main">
            <a:pPr>
              <a:defRPr sz="3450" b="1">
                <a:solidFill>
                  <a:srgbClr val="F7F5EF"/>
                </a:solidFill>
                <a:latin typeface="Arial"/>
                <a:ea typeface="Arial"/>
                <a:cs typeface="Arial"/>
              </a:defRPr>
            </a:pPr>
            <a:r>
              <a:rPr sz="3450" b="1">
                <a:solidFill>
                  <a:srgbClr val="F7F5EF"/>
                </a:solidFill>
                <a:latin typeface="Arial"/>
                <a:ea typeface="Arial"/>
                <a:cs typeface="Arial"/>
              </a:rPr>
              <a:t>Sıradaki adım: sınıf pilotu</a:t>
            </a:r>
          </a:p>
        </p:txBody>
      </p:sp>
      <p:sp>
        <p:nvSpPr>
          <p:cNvPr id="2" name="">
            <a:extLst xmlns:a="http://schemas.openxmlformats.org/drawingml/2006/main">
              <a:ext uri="{FF2B5EF4-FFF2-40B4-BE49-F238E27FC236}">
                <a16:creationId xmlns:a16="http://schemas.microsoft.com/office/drawing/2014/main" id="{AEFC58E3-D755-4FB0-9173-EE4C58197697}"/>
              </a:ext>
            </a:extLst>
          </p:cNvPr>
          <p:cNvSpPr>
            <a:spLocks xmlns:a="http://schemas.openxmlformats.org/drawingml/2006/main" noGrp="1"/>
          </p:cNvSpPr>
          <p:nvPr/>
        </p:nvSpPr>
        <p:spPr>
          <a:xfrm xmlns:a="http://schemas.openxmlformats.org/drawingml/2006/main">
            <a:off x="11239500" y="6334125"/>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B7CDD4"/>
                </a:solidFill>
                <a:latin typeface="Arial"/>
                <a:ea typeface="Arial"/>
                <a:cs typeface="Arial"/>
              </a:defRPr>
            </a:defPPr>
          </a:lstStyle>
          <a:p xmlns:a="http://schemas.openxmlformats.org/drawingml/2006/main">
            <a:pPr>
              <a:defRPr sz="1350" b="0">
                <a:solidFill>
                  <a:srgbClr val="B7CDD4"/>
                </a:solidFill>
                <a:latin typeface="Arial"/>
                <a:ea typeface="Arial"/>
                <a:cs typeface="Arial"/>
              </a:defRPr>
            </a:pPr>
            <a:r>
              <a:rPr sz="1350" b="0">
                <a:solidFill>
                  <a:srgbClr val="B7CDD4"/>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F3DC7524-8367-417B-A6FE-AE1E17E8D331}"/>
              </a:ext>
            </a:extLst>
          </p:cNvPr>
          <p:cNvSpPr>
            <a:spLocks xmlns:a="http://schemas.openxmlformats.org/drawingml/2006/main" noGrp="1"/>
          </p:cNvSpPr>
          <p:nvPr/>
        </p:nvSpPr>
        <p:spPr>
          <a:xfrm xmlns:a="http://schemas.openxmlformats.org/drawingml/2006/main">
            <a:off x="609600" y="1666875"/>
            <a:ext cx="7620000" cy="2038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52D7E8"/>
                </a:solidFill>
                <a:latin typeface="Arial"/>
                <a:ea typeface="Arial"/>
                <a:cs typeface="Arial"/>
              </a:defRPr>
            </a:defPPr>
          </a:lstStyle>
          <a:p xmlns:a="http://schemas.openxmlformats.org/drawingml/2006/main">
            <a:pPr>
              <a:defRPr sz="3900" b="1">
                <a:solidFill>
                  <a:srgbClr val="52D7E8"/>
                </a:solidFill>
                <a:latin typeface="Arial"/>
                <a:ea typeface="Arial"/>
                <a:cs typeface="Arial"/>
              </a:defRPr>
            </a:pPr>
            <a:r>
              <a:rPr sz="3900" b="1">
                <a:solidFill>
                  <a:srgbClr val="52D7E8"/>
                </a:solidFill>
                <a:latin typeface="Arial"/>
                <a:ea typeface="Arial"/>
                <a:cs typeface="Arial"/>
              </a:rPr>
              <a:t>Hedefimiz, öğrenmeyi</a:t>
            </a:r>
          </a:p>
          <a:p xmlns:a="http://schemas.openxmlformats.org/drawingml/2006/main">
            <a:pPr>
              <a:defRPr sz="3900" b="1">
                <a:solidFill>
                  <a:srgbClr val="52D7E8"/>
                </a:solidFill>
                <a:latin typeface="Arial"/>
                <a:ea typeface="Arial"/>
                <a:cs typeface="Arial"/>
              </a:defRPr>
            </a:pPr>
            <a:r>
              <a:rPr sz="3900" b="1">
                <a:solidFill>
                  <a:srgbClr val="52D7E8"/>
                </a:solidFill>
                <a:latin typeface="Arial"/>
                <a:ea typeface="Arial"/>
                <a:cs typeface="Arial"/>
              </a:rPr>
              <a:t>günlük bir alışkanlığa</a:t>
            </a:r>
          </a:p>
          <a:p xmlns:a="http://schemas.openxmlformats.org/drawingml/2006/main">
            <a:pPr>
              <a:defRPr sz="3900" b="1">
                <a:solidFill>
                  <a:srgbClr val="52D7E8"/>
                </a:solidFill>
                <a:latin typeface="Arial"/>
                <a:ea typeface="Arial"/>
                <a:cs typeface="Arial"/>
              </a:defRPr>
            </a:pPr>
            <a:r>
              <a:rPr sz="3900" b="1">
                <a:solidFill>
                  <a:srgbClr val="52D7E8"/>
                </a:solidFill>
                <a:latin typeface="Arial"/>
                <a:ea typeface="Arial"/>
                <a:cs typeface="Arial"/>
              </a:rPr>
              <a:t>dönüştürmek</a:t>
            </a:r>
          </a:p>
        </p:txBody>
      </p:sp>
      <p:sp>
        <p:nvSpPr>
          <p:cNvPr id="4" name="">
            <a:extLst xmlns:a="http://schemas.openxmlformats.org/drawingml/2006/main">
              <a:ext uri="{FF2B5EF4-FFF2-40B4-BE49-F238E27FC236}">
                <a16:creationId xmlns:a16="http://schemas.microsoft.com/office/drawing/2014/main" id="{B2378A33-2A27-47A5-A6EB-F5B3623DBFF5}"/>
              </a:ext>
            </a:extLst>
          </p:cNvPr>
          <p:cNvSpPr>
            <a:spLocks xmlns:a="http://schemas.openxmlformats.org/drawingml/2006/main" noGrp="1"/>
          </p:cNvSpPr>
          <p:nvPr/>
        </p:nvSpPr>
        <p:spPr>
          <a:xfrm xmlns:a="http://schemas.openxmlformats.org/drawingml/2006/main">
            <a:off x="638175" y="4295775"/>
            <a:ext cx="838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F7F5EF"/>
                </a:solidFill>
                <a:latin typeface="Arial"/>
                <a:ea typeface="Arial"/>
                <a:cs typeface="Arial"/>
              </a:defRPr>
            </a:defPPr>
          </a:lstStyle>
          <a:p xmlns:a="http://schemas.openxmlformats.org/drawingml/2006/main">
            <a:pPr>
              <a:defRPr sz="2100" b="0">
                <a:solidFill>
                  <a:srgbClr val="F7F5EF"/>
                </a:solidFill>
                <a:latin typeface="Arial"/>
                <a:ea typeface="Arial"/>
                <a:cs typeface="Arial"/>
              </a:defRPr>
            </a:pPr>
            <a:r>
              <a:rPr sz="2100" b="0">
                <a:solidFill>
                  <a:srgbClr val="F7F5EF"/>
                </a:solidFill>
                <a:latin typeface="Arial"/>
                <a:ea typeface="Arial"/>
                <a:cs typeface="Arial"/>
              </a:rPr>
              <a:t>Pilot çalışmada takip etmek istiyoruz:</a:t>
            </a:r>
          </a:p>
        </p:txBody>
      </p:sp>
      <p:sp>
        <p:nvSpPr>
          <p:cNvPr id="5" name="">
            <a:extLst xmlns:a="http://schemas.openxmlformats.org/drawingml/2006/main">
              <a:ext uri="{FF2B5EF4-FFF2-40B4-BE49-F238E27FC236}">
                <a16:creationId xmlns:a16="http://schemas.microsoft.com/office/drawing/2014/main" id="{108D5C55-2C8C-4A2D-864C-56C25784CD32}"/>
              </a:ext>
            </a:extLst>
          </p:cNvPr>
          <p:cNvSpPr>
            <a:spLocks xmlns:a="http://schemas.openxmlformats.org/drawingml/2006/main" noGrp="1"/>
          </p:cNvSpPr>
          <p:nvPr/>
        </p:nvSpPr>
        <p:spPr>
          <a:xfrm xmlns:a="http://schemas.openxmlformats.org/drawingml/2006/main">
            <a:off x="638175" y="4924425"/>
            <a:ext cx="7429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B7CDD4"/>
                </a:solidFill>
                <a:latin typeface="Arial"/>
                <a:ea typeface="Arial"/>
                <a:cs typeface="Arial"/>
              </a:defRPr>
            </a:defPPr>
          </a:lstStyle>
          <a:p xmlns:a="http://schemas.openxmlformats.org/drawingml/2006/main">
            <a:pPr>
              <a:defRPr sz="2175" b="0">
                <a:solidFill>
                  <a:srgbClr val="B7CDD4"/>
                </a:solidFill>
                <a:latin typeface="Arial"/>
                <a:ea typeface="Arial"/>
                <a:cs typeface="Arial"/>
              </a:defRPr>
            </a:pPr>
            <a:r>
              <a:rPr sz="2175" b="0">
                <a:solidFill>
                  <a:srgbClr val="B7CDD4"/>
                </a:solidFill>
                <a:latin typeface="Arial"/>
                <a:ea typeface="Arial"/>
                <a:cs typeface="Arial"/>
              </a:rPr>
              <a:t>Düzenli katılım</a:t>
            </a:r>
          </a:p>
          <a:p xmlns:a="http://schemas.openxmlformats.org/drawingml/2006/main">
            <a:pPr>
              <a:defRPr sz="2175" b="0">
                <a:solidFill>
                  <a:srgbClr val="B7CDD4"/>
                </a:solidFill>
                <a:latin typeface="Arial"/>
                <a:ea typeface="Arial"/>
                <a:cs typeface="Arial"/>
              </a:defRPr>
            </a:pPr>
            <a:r>
              <a:rPr sz="2175" b="0">
                <a:solidFill>
                  <a:srgbClr val="B7CDD4"/>
                </a:solidFill>
                <a:latin typeface="Arial"/>
                <a:ea typeface="Arial"/>
                <a:cs typeface="Arial"/>
              </a:rPr>
              <a:t>Derse hazırlık</a:t>
            </a:r>
          </a:p>
          <a:p xmlns:a="http://schemas.openxmlformats.org/drawingml/2006/main">
            <a:pPr>
              <a:defRPr sz="2175" b="0">
                <a:solidFill>
                  <a:srgbClr val="B7CDD4"/>
                </a:solidFill>
                <a:latin typeface="Arial"/>
                <a:ea typeface="Arial"/>
                <a:cs typeface="Arial"/>
              </a:defRPr>
            </a:pPr>
            <a:r>
              <a:rPr sz="2175" b="0">
                <a:solidFill>
                  <a:srgbClr val="B7CDD4"/>
                </a:solidFill>
                <a:latin typeface="Arial"/>
                <a:ea typeface="Arial"/>
                <a:cs typeface="Arial"/>
              </a:rPr>
              <a:t>Kazanımlardaki ilerleme</a:t>
            </a:r>
          </a:p>
        </p:txBody>
      </p:sp>
      <p:pic>
        <p:nvPicPr>
          <p:cNvPr id="6" name="">
            <a:extLst xmlns:a="http://schemas.openxmlformats.org/drawingml/2006/main">
              <a:ext uri="{FF2B5EF4-FFF2-40B4-BE49-F238E27FC236}">
                <a16:creationId xmlns:a16="http://schemas.microsoft.com/office/drawing/2014/main" id="{B5FB9045-E992-4C05-BDD2-42298320AE89}"/>
              </a:ext>
            </a:extLst>
          </p:cNvPr>
          <p:cNvPicPr>
            <a:picLocks xmlns:a="http://schemas.openxmlformats.org/drawingml/2006/main" noChangeAspect="1"/>
          </p:cNvPicPr>
          <p:nvPr/>
        </p:nvPicPr>
        <p:blipFill>
          <a:blip xmlns:r="http://schemas.openxmlformats.org/officeDocument/2006/relationships" xmlns:a="http://schemas.openxmlformats.org/drawingml/2006/main" r:embed="R5d8e1d2f3a8e47f8"/>
          <a:stretch xmlns:a="http://schemas.openxmlformats.org/drawingml/2006/main"/>
        </p:blipFill>
        <p:spPr>
          <a:xfrm xmlns:a="http://schemas.openxmlformats.org/drawingml/2006/main">
            <a:off x="9248775" y="2365927"/>
            <a:ext cx="2162175" cy="2726221"/>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5CA5848-F74A-4818-ABBB-3085E730DB77}"/>
              </a:ext>
            </a:extLst>
          </p:cNvPr>
          <p:cNvSpPr>
            <a:spLocks xmlns:a="http://schemas.openxmlformats.org/drawingml/2006/main" noGrp="1"/>
          </p:cNvSpPr>
          <p:nvPr/>
        </p:nvSpPr>
        <p:spPr>
          <a:xfrm xmlns:a="http://schemas.openxmlformats.org/drawingml/2006/main">
            <a:off x="9305925" y="550545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F7F5EF"/>
                </a:solidFill>
                <a:latin typeface="Arial"/>
                <a:ea typeface="Arial"/>
                <a:cs typeface="Arial"/>
              </a:defRPr>
            </a:defPPr>
          </a:lstStyle>
          <a:p xmlns:a="http://schemas.openxmlformats.org/drawingml/2006/main">
            <a:pPr>
              <a:defRPr sz="1950" b="0">
                <a:solidFill>
                  <a:srgbClr val="F7F5EF"/>
                </a:solidFill>
                <a:latin typeface="Arial"/>
                <a:ea typeface="Arial"/>
                <a:cs typeface="Arial"/>
              </a:defRPr>
            </a:pPr>
            <a:r>
              <a:rPr sz="1950" b="0">
                <a:solidFill>
                  <a:srgbClr val="F7F5EF"/>
                </a:solidFill>
                <a:latin typeface="Arial"/>
                <a:ea typeface="Arial"/>
                <a:cs typeface="Arial"/>
              </a:rPr>
              <a:t>Teşekkür ederiz</a:t>
            </a:r>
          </a:p>
        </p:txBody>
      </p:sp>
    </p:spTree>
    <p:extLst>
      <p:ext uri="{BB962C8B-B14F-4D97-AF65-F5344CB8AC3E}">
        <p14:creationId xmlns:p14="http://schemas.microsoft.com/office/powerpoint/2010/main" val="1221050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2026-10-10T03:27:13.7370000Z</dcterms:created>
  <dcterms:modified xsi:type="dcterms:W3CDTF">2026-10-10T03:27:13.7370000Z</dcterms:modified>
</coreProperties>
</file>